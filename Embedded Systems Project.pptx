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4"/>
  </p:sldMasterIdLst>
  <p:notesMasterIdLst>
    <p:notesMasterId r:id="rId18"/>
  </p:notesMasterIdLst>
  <p:handoutMasterIdLst>
    <p:handoutMasterId r:id="rId19"/>
  </p:handoutMasterIdLst>
  <p:sldIdLst>
    <p:sldId id="278" r:id="rId5"/>
    <p:sldId id="282" r:id="rId6"/>
    <p:sldId id="283" r:id="rId7"/>
    <p:sldId id="293" r:id="rId8"/>
    <p:sldId id="294" r:id="rId9"/>
    <p:sldId id="295" r:id="rId10"/>
    <p:sldId id="296" r:id="rId11"/>
    <p:sldId id="297" r:id="rId12"/>
    <p:sldId id="299" r:id="rId13"/>
    <p:sldId id="304" r:id="rId14"/>
    <p:sldId id="300" r:id="rId15"/>
    <p:sldId id="303" r:id="rId16"/>
    <p:sldId id="29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p:cViewPr varScale="1">
        <p:scale>
          <a:sx n="59" d="100"/>
          <a:sy n="59" d="100"/>
        </p:scale>
        <p:origin x="964" y="52"/>
      </p:cViewPr>
      <p:guideLst>
        <p:guide pos="3840"/>
        <p:guide orient="horz" pos="2160"/>
      </p:guideLst>
    </p:cSldViewPr>
  </p:slideViewPr>
  <p:outlineViewPr>
    <p:cViewPr>
      <p:scale>
        <a:sx n="33" d="100"/>
        <a:sy n="33" d="100"/>
      </p:scale>
      <p:origin x="0" y="-4320"/>
    </p:cViewPr>
  </p:outlineViewPr>
  <p:notesTextViewPr>
    <p:cViewPr>
      <p:scale>
        <a:sx n="1" d="1"/>
        <a:sy n="1" d="1"/>
      </p:scale>
      <p:origin x="0" y="0"/>
    </p:cViewPr>
  </p:notesTextViewPr>
  <p:sorterViewPr>
    <p:cViewPr>
      <p:scale>
        <a:sx n="100" d="100"/>
        <a:sy n="100" d="100"/>
      </p:scale>
      <p:origin x="0" y="-175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5F4DCF1-ECAF-F7A7-2FE7-5E8E893BC4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C1330B0-5BAC-7408-8C3C-78D8336840E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BC71B-6527-4638-937B-C93EB849CB02}" type="datetimeFigureOut">
              <a:rPr lang="en-US" smtClean="0"/>
              <a:t>12/23/2025</a:t>
            </a:fld>
            <a:endParaRPr lang="en-US" dirty="0"/>
          </a:p>
        </p:txBody>
      </p:sp>
      <p:sp>
        <p:nvSpPr>
          <p:cNvPr id="4" name="Footer Placeholder 3">
            <a:extLst>
              <a:ext uri="{FF2B5EF4-FFF2-40B4-BE49-F238E27FC236}">
                <a16:creationId xmlns:a16="http://schemas.microsoft.com/office/drawing/2014/main" id="{F0D7EEB3-E0A5-7440-F7ED-F59975ED1E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F548D11-7466-6432-3BF5-64A1A1FA59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A70580-B89C-4157-871D-6B9318EE5F58}" type="slidenum">
              <a:rPr lang="en-US" smtClean="0"/>
              <a:t>‹#›</a:t>
            </a:fld>
            <a:endParaRPr lang="en-US" dirty="0"/>
          </a:p>
        </p:txBody>
      </p:sp>
    </p:spTree>
    <p:extLst>
      <p:ext uri="{BB962C8B-B14F-4D97-AF65-F5344CB8AC3E}">
        <p14:creationId xmlns:p14="http://schemas.microsoft.com/office/powerpoint/2010/main" val="2943157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5465A2-8C9C-419F-9FD8-234480873777}" type="datetimeFigureOut">
              <a:rPr lang="en-US" smtClean="0"/>
              <a:t>12/23/2025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F00E9-A49D-4007-B3B9-A3783809E505}" type="slidenum">
              <a:rPr lang="en-US" smtClean="0"/>
              <a:t>‹#›</a:t>
            </a:fld>
            <a:endParaRPr lang="en-US" dirty="0"/>
          </a:p>
        </p:txBody>
      </p:sp>
    </p:spTree>
    <p:extLst>
      <p:ext uri="{BB962C8B-B14F-4D97-AF65-F5344CB8AC3E}">
        <p14:creationId xmlns:p14="http://schemas.microsoft.com/office/powerpoint/2010/main" val="220969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a:t>
            </a:fld>
            <a:endParaRPr lang="en-US" dirty="0"/>
          </a:p>
        </p:txBody>
      </p:sp>
    </p:spTree>
    <p:extLst>
      <p:ext uri="{BB962C8B-B14F-4D97-AF65-F5344CB8AC3E}">
        <p14:creationId xmlns:p14="http://schemas.microsoft.com/office/powerpoint/2010/main" val="218922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2</a:t>
            </a:fld>
            <a:endParaRPr lang="en-US" dirty="0"/>
          </a:p>
        </p:txBody>
      </p:sp>
    </p:spTree>
    <p:extLst>
      <p:ext uri="{BB962C8B-B14F-4D97-AF65-F5344CB8AC3E}">
        <p14:creationId xmlns:p14="http://schemas.microsoft.com/office/powerpoint/2010/main" val="560649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3</a:t>
            </a:fld>
            <a:endParaRPr lang="en-US" dirty="0"/>
          </a:p>
        </p:txBody>
      </p:sp>
    </p:spTree>
    <p:extLst>
      <p:ext uri="{BB962C8B-B14F-4D97-AF65-F5344CB8AC3E}">
        <p14:creationId xmlns:p14="http://schemas.microsoft.com/office/powerpoint/2010/main" val="223163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7</a:t>
            </a:fld>
            <a:endParaRPr lang="en-US" dirty="0"/>
          </a:p>
        </p:txBody>
      </p:sp>
    </p:spTree>
    <p:extLst>
      <p:ext uri="{BB962C8B-B14F-4D97-AF65-F5344CB8AC3E}">
        <p14:creationId xmlns:p14="http://schemas.microsoft.com/office/powerpoint/2010/main" val="2439354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rm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rm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lstStyle/>
          <a:p>
            <a:fld id="{DBA1B0FB-D917-4C8C-928F-313BD683BF39}" type="slidenum">
              <a:rPr lang="en-US" smtClean="0"/>
              <a:t>‹#›</a:t>
            </a:fld>
            <a:endParaRPr lang="en-US" dirty="0"/>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393626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rm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26322346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4644CBB8-40B8-42F8-9172-07A476341DDA}"/>
              </a:ext>
            </a:extLst>
          </p:cNvPr>
          <p:cNvGrpSpPr/>
          <p:nvPr/>
        </p:nvGrpSpPr>
        <p:grpSpPr>
          <a:xfrm>
            <a:off x="356481" y="879007"/>
            <a:ext cx="734257" cy="760506"/>
            <a:chOff x="5243759" y="1363788"/>
            <a:chExt cx="734257" cy="760506"/>
          </a:xfrm>
        </p:grpSpPr>
        <p:sp>
          <p:nvSpPr>
            <p:cNvPr id="49" name="Freeform 5">
              <a:extLst>
                <a:ext uri="{FF2B5EF4-FFF2-40B4-BE49-F238E27FC236}">
                  <a16:creationId xmlns:a16="http://schemas.microsoft.com/office/drawing/2014/main" id="{35CE073E-302A-4AA7-98C7-8667DDDCFA1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0" name="Freeform 6">
              <a:extLst>
                <a:ext uri="{FF2B5EF4-FFF2-40B4-BE49-F238E27FC236}">
                  <a16:creationId xmlns:a16="http://schemas.microsoft.com/office/drawing/2014/main" id="{4FD1AE2F-DD70-4E93-B905-E052A23F0B1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Freeform 8">
              <a:extLst>
                <a:ext uri="{FF2B5EF4-FFF2-40B4-BE49-F238E27FC236}">
                  <a16:creationId xmlns:a16="http://schemas.microsoft.com/office/drawing/2014/main" id="{E8D529E5-8838-47F0-98A4-2D46F11E499C}"/>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5DA2564-D3DB-48AD-83F0-6CC6B5743960}"/>
              </a:ext>
            </a:extLst>
          </p:cNvPr>
          <p:cNvSpPr>
            <a:spLocks noGrp="1"/>
          </p:cNvSpPr>
          <p:nvPr>
            <p:ph type="title"/>
          </p:nvPr>
        </p:nvSpPr>
        <p:spPr>
          <a:xfrm>
            <a:off x="563563" y="474345"/>
            <a:ext cx="11077574" cy="2954655"/>
          </a:xfrm>
        </p:spPr>
        <p:txBody>
          <a:bodyPr vert="horz" wrap="square" lIns="0" tIns="0" rIns="0" bIns="0" rtlCol="0" anchor="b" anchorCtr="0">
            <a:normAutofit/>
          </a:bodyPr>
          <a:lstStyle>
            <a:lvl1pPr>
              <a:defRPr lang="en-US" sz="6400" dirty="0"/>
            </a:lvl1pPr>
          </a:lstStyle>
          <a:p>
            <a:pPr lvl="0">
              <a:lnSpc>
                <a:spcPct val="100000"/>
              </a:lnSpc>
            </a:pPr>
            <a:r>
              <a:rPr lang="en-US"/>
              <a:t>Click to edit Master title style</a:t>
            </a:r>
            <a:endParaRPr lang="en-US" dirty="0"/>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pPr/>
              <a:t>‹#›</a:t>
            </a:fld>
            <a:endParaRPr lang="en-US" dirty="0"/>
          </a:p>
        </p:txBody>
      </p:sp>
      <p:sp>
        <p:nvSpPr>
          <p:cNvPr id="3" name="Text Placeholder 2">
            <a:extLst>
              <a:ext uri="{FF2B5EF4-FFF2-40B4-BE49-F238E27FC236}">
                <a16:creationId xmlns:a16="http://schemas.microsoft.com/office/drawing/2014/main" id="{76EEA752-36DA-440B-8747-0EB2914080EE}"/>
              </a:ext>
            </a:extLst>
          </p:cNvPr>
          <p:cNvSpPr>
            <a:spLocks noGrp="1"/>
          </p:cNvSpPr>
          <p:nvPr>
            <p:ph type="body" idx="1"/>
          </p:nvPr>
        </p:nvSpPr>
        <p:spPr>
          <a:xfrm>
            <a:off x="566271" y="3629772"/>
            <a:ext cx="11074866" cy="2678953"/>
          </a:xfrm>
        </p:spPr>
        <p:txBody>
          <a:bodyPr>
            <a:normAutofit/>
          </a:bodyPr>
          <a:lstStyle>
            <a:lvl1pPr marL="0" indent="0">
              <a:lnSpc>
                <a:spcPct val="110000"/>
              </a:lnSpc>
              <a:spcBef>
                <a:spcPts val="0"/>
              </a:spcBef>
              <a:buNone/>
              <a:defRPr sz="2400">
                <a:solidFill>
                  <a:schemeClr val="tx1">
                    <a:alpha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1" name="Freeform: Shape 40">
            <a:extLst>
              <a:ext uri="{FF2B5EF4-FFF2-40B4-BE49-F238E27FC236}">
                <a16:creationId xmlns:a16="http://schemas.microsoft.com/office/drawing/2014/main" id="{0BCC02B0-8581-4752-B7BC-3CE1EF17B9F7}"/>
              </a:ext>
            </a:extLst>
          </p:cNvPr>
          <p:cNvSpPr>
            <a:spLocks noChangeAspect="1"/>
          </p:cNvSpPr>
          <p:nvPr/>
        </p:nvSpPr>
        <p:spPr>
          <a:xfrm rot="18900000">
            <a:off x="11209132" y="4448189"/>
            <a:ext cx="999200" cy="1262947"/>
          </a:xfrm>
          <a:custGeom>
            <a:avLst/>
            <a:gdLst>
              <a:gd name="connsiteX0" fmla="*/ 540000 w 999200"/>
              <a:gd name="connsiteY0" fmla="*/ 0 h 1262947"/>
              <a:gd name="connsiteX1" fmla="*/ 999200 w 999200"/>
              <a:gd name="connsiteY1" fmla="*/ 815317 h 1262947"/>
              <a:gd name="connsiteX2" fmla="*/ 552185 w 999200"/>
              <a:gd name="connsiteY2" fmla="*/ 1262333 h 1262947"/>
              <a:gd name="connsiteX3" fmla="*/ 540000 w 999200"/>
              <a:gd name="connsiteY3" fmla="*/ 1262947 h 1262947"/>
              <a:gd name="connsiteX4" fmla="*/ 0 w 999200"/>
              <a:gd name="connsiteY4" fmla="*/ 992947 h 1262947"/>
              <a:gd name="connsiteX5" fmla="*/ 10971 w 999200"/>
              <a:gd name="connsiteY5" fmla="*/ 938533 h 1262947"/>
              <a:gd name="connsiteX6" fmla="*/ 15626 w 999200"/>
              <a:gd name="connsiteY6" fmla="*/ 931034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9200" h="1262947">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254000" dist="101600" dir="42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Freeform: Shape 42">
            <a:extLst>
              <a:ext uri="{FF2B5EF4-FFF2-40B4-BE49-F238E27FC236}">
                <a16:creationId xmlns:a16="http://schemas.microsoft.com/office/drawing/2014/main" id="{EA0FF4DB-8180-4D26-AEAE-7ECDB670F71D}"/>
              </a:ext>
            </a:extLst>
          </p:cNvPr>
          <p:cNvSpPr/>
          <p:nvPr/>
        </p:nvSpPr>
        <p:spPr>
          <a:xfrm rot="2700000">
            <a:off x="11686937" y="4853516"/>
            <a:ext cx="540000" cy="978284"/>
          </a:xfrm>
          <a:custGeom>
            <a:avLst/>
            <a:gdLst>
              <a:gd name="connsiteX0" fmla="*/ 113288 w 540000"/>
              <a:gd name="connsiteY0" fmla="*/ 0 h 978284"/>
              <a:gd name="connsiteX1" fmla="*/ 539386 w 540000"/>
              <a:gd name="connsiteY1" fmla="*/ 426099 h 978284"/>
              <a:gd name="connsiteX2" fmla="*/ 540000 w 540000"/>
              <a:gd name="connsiteY2" fmla="*/ 438284 h 978284"/>
              <a:gd name="connsiteX3" fmla="*/ 270000 w 540000"/>
              <a:gd name="connsiteY3" fmla="*/ 978284 h 978284"/>
              <a:gd name="connsiteX4" fmla="*/ 0 w 540000"/>
              <a:gd name="connsiteY4" fmla="*/ 438284 h 978284"/>
              <a:gd name="connsiteX5" fmla="*/ 79081 w 540000"/>
              <a:gd name="connsiteY5" fmla="*/ 56446 h 9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000" h="978284">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47365650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41518935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881275"/>
            <a:ext cx="5437186" cy="535354"/>
          </a:xfrm>
        </p:spPr>
        <p:txBody>
          <a:bodyPr anchor="b">
            <a:norm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577270"/>
            <a:ext cx="5429114"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881275"/>
            <a:ext cx="5436392" cy="535354"/>
          </a:xfrm>
        </p:spPr>
        <p:txBody>
          <a:bodyPr vert="horz" wrap="square" lIns="0" tIns="0" rIns="0" bIns="0" rtlCol="0" anchor="b">
            <a:normAutofit/>
          </a:bodyPr>
          <a:lstStyle>
            <a:lvl1pPr>
              <a:defRPr lang="en-US" sz="1400" b="0" cap="all" spc="200" baseline="0" dirty="0">
                <a:solidFill>
                  <a:schemeClr val="tx1"/>
                </a:solidFill>
              </a:defRPr>
            </a:lvl1pPr>
          </a:lstStyle>
          <a:p>
            <a:pPr marL="0" lvl="0" indent="0">
              <a:buNone/>
            </a:pPr>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577270"/>
            <a:ext cx="5436391"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47285868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p:nvPr>
        </p:nvSpPr>
        <p:spPr>
          <a:xfrm>
            <a:off x="3359149" y="550799"/>
            <a:ext cx="8283313" cy="5542025"/>
          </a:xfrm>
        </p:spPr>
        <p:txBody>
          <a:bodyPr vert="horz" wrap="square" lIns="0" tIns="0" rIns="0" bIns="0" rtlCol="0" anchor="ctr" anchorCtr="0">
            <a:normAutofit/>
          </a:bodyPr>
          <a:lstStyle>
            <a:lvl1pPr>
              <a:defRPr lang="en-US" dirty="0"/>
            </a:lvl1pPr>
          </a:lstStyle>
          <a:p>
            <a:pPr lvl="0">
              <a:lnSpc>
                <a:spcPct val="100000"/>
              </a:lnSpc>
            </a:pPr>
            <a:r>
              <a:rPr lang="en-US"/>
              <a:t>Click to edit Master title style</a:t>
            </a:r>
            <a:endParaRPr lang="en-US" dirty="0"/>
          </a:p>
        </p:txBody>
      </p:sp>
      <p:sp>
        <p:nvSpPr>
          <p:cNvPr id="3" name="Date Placeholder 2">
            <a:extLst>
              <a:ext uri="{FF2B5EF4-FFF2-40B4-BE49-F238E27FC236}">
                <a16:creationId xmlns:a16="http://schemas.microsoft.com/office/drawing/2014/main" id="{D4F51F65-E111-4656-83BE-CFCDE2DD6CD6}"/>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F9FF82CB-2D17-4918-821E-485475CF243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B66589D-A056-4817-AE15-39D87FE13169}"/>
              </a:ext>
            </a:extLst>
          </p:cNvPr>
          <p:cNvSpPr>
            <a:spLocks noGrp="1"/>
          </p:cNvSpPr>
          <p:nvPr>
            <p:ph type="sldNum" sz="quarter" idx="12"/>
          </p:nvPr>
        </p:nvSpPr>
        <p:spPr/>
        <p:txBody>
          <a:bodyPr/>
          <a:lstStyle/>
          <a:p>
            <a:fld id="{DBA1B0FB-D917-4C8C-928F-313BD683BF39}" type="slidenum">
              <a:rPr lang="en-US" smtClean="0"/>
              <a:pPr/>
              <a:t>‹#›</a:t>
            </a:fld>
            <a:endParaRPr lang="en-US" dirty="0"/>
          </a:p>
        </p:txBody>
      </p:sp>
      <p:sp>
        <p:nvSpPr>
          <p:cNvPr id="39" name="Freeform: Shape 38">
            <a:extLst>
              <a:ext uri="{FF2B5EF4-FFF2-40B4-BE49-F238E27FC236}">
                <a16:creationId xmlns:a16="http://schemas.microsoft.com/office/drawing/2014/main" id="{E489F067-39E1-4757-BC11-6169A343F2E1}"/>
              </a:ext>
            </a:extLst>
          </p:cNvPr>
          <p:cNvSpPr>
            <a:spLocks noChangeAspect="1"/>
          </p:cNvSpPr>
          <p:nvPr/>
        </p:nvSpPr>
        <p:spPr>
          <a:xfrm rot="18900000" flipV="1">
            <a:off x="-410727"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DD231011-607F-42F1-B2D9-2BA8E91CC6AF}"/>
              </a:ext>
            </a:extLst>
          </p:cNvPr>
          <p:cNvSpPr>
            <a:spLocks noChangeAspect="1"/>
          </p:cNvSpPr>
          <p:nvPr/>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Oval 23">
            <a:extLst>
              <a:ext uri="{FF2B5EF4-FFF2-40B4-BE49-F238E27FC236}">
                <a16:creationId xmlns:a16="http://schemas.microsoft.com/office/drawing/2014/main" id="{EC472EFA-56B5-4A41-8D4B-E9F37727F34D}"/>
              </a:ext>
            </a:extLst>
          </p:cNvPr>
          <p:cNvSpPr/>
          <p:nvPr/>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Oval 41">
            <a:extLst>
              <a:ext uri="{FF2B5EF4-FFF2-40B4-BE49-F238E27FC236}">
                <a16:creationId xmlns:a16="http://schemas.microsoft.com/office/drawing/2014/main" id="{33781B6C-21AD-489D-A3CB-522BB2AC543F}"/>
              </a:ext>
            </a:extLst>
          </p:cNvPr>
          <p:cNvSpPr>
            <a:spLocks noChangeAspect="1"/>
          </p:cNvSpPr>
          <p:nvPr/>
        </p:nvSpPr>
        <p:spPr>
          <a:xfrm>
            <a:off x="1780661"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1" name="Group 50">
            <a:extLst>
              <a:ext uri="{FF2B5EF4-FFF2-40B4-BE49-F238E27FC236}">
                <a16:creationId xmlns:a16="http://schemas.microsoft.com/office/drawing/2014/main" id="{01AD5B80-530E-44CD-8D4A-2796FB214CBF}"/>
              </a:ext>
            </a:extLst>
          </p:cNvPr>
          <p:cNvGrpSpPr/>
          <p:nvPr/>
        </p:nvGrpSpPr>
        <p:grpSpPr>
          <a:xfrm>
            <a:off x="623181" y="1514007"/>
            <a:ext cx="734257" cy="760506"/>
            <a:chOff x="5243759" y="1363788"/>
            <a:chExt cx="734257" cy="760506"/>
          </a:xfrm>
        </p:grpSpPr>
        <p:sp>
          <p:nvSpPr>
            <p:cNvPr id="52" name="Freeform 5">
              <a:extLst>
                <a:ext uri="{FF2B5EF4-FFF2-40B4-BE49-F238E27FC236}">
                  <a16:creationId xmlns:a16="http://schemas.microsoft.com/office/drawing/2014/main" id="{2F746AA8-9050-4515-9B17-BC850368529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Freeform 6">
              <a:extLst>
                <a:ext uri="{FF2B5EF4-FFF2-40B4-BE49-F238E27FC236}">
                  <a16:creationId xmlns:a16="http://schemas.microsoft.com/office/drawing/2014/main" id="{23EC1AC3-1698-46D5-80B7-F22F15E1A5E4}"/>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Freeform 8">
              <a:extLst>
                <a:ext uri="{FF2B5EF4-FFF2-40B4-BE49-F238E27FC236}">
                  <a16:creationId xmlns:a16="http://schemas.microsoft.com/office/drawing/2014/main" id="{73766156-553C-46EB-93FA-4F37CC0FF5CF}"/>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245413379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131167432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rm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rm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84548230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98F1FBA-F8BB-42CF-8B3E-D19AAFEE96C1}"/>
              </a:ext>
            </a:extLst>
          </p:cNvPr>
          <p:cNvGrpSpPr/>
          <p:nvPr/>
        </p:nvGrpSpPr>
        <p:grpSpPr>
          <a:xfrm>
            <a:off x="334964" y="5115518"/>
            <a:ext cx="734257" cy="760506"/>
            <a:chOff x="5243759" y="1363788"/>
            <a:chExt cx="734257" cy="760506"/>
          </a:xfrm>
        </p:grpSpPr>
        <p:sp>
          <p:nvSpPr>
            <p:cNvPr id="18" name="Freeform 5">
              <a:extLst>
                <a:ext uri="{FF2B5EF4-FFF2-40B4-BE49-F238E27FC236}">
                  <a16:creationId xmlns:a16="http://schemas.microsoft.com/office/drawing/2014/main" id="{60EE09DD-C3DB-4266-BCC3-A765CFFBF37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Freeform 6">
              <a:extLst>
                <a:ext uri="{FF2B5EF4-FFF2-40B4-BE49-F238E27FC236}">
                  <a16:creationId xmlns:a16="http://schemas.microsoft.com/office/drawing/2014/main" id="{5F301FE0-96DC-4EFB-BBEE-AED762C337C9}"/>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8">
              <a:extLst>
                <a:ext uri="{FF2B5EF4-FFF2-40B4-BE49-F238E27FC236}">
                  <a16:creationId xmlns:a16="http://schemas.microsoft.com/office/drawing/2014/main" id="{3BEAD276-8850-4C0C-9777-8537000D522A}"/>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E5EE0A0-B07E-479B-9684-4BD09FA4376C}"/>
              </a:ext>
            </a:extLst>
          </p:cNvPr>
          <p:cNvSpPr>
            <a:spLocks noGrp="1"/>
          </p:cNvSpPr>
          <p:nvPr>
            <p:ph type="title"/>
          </p:nvPr>
        </p:nvSpPr>
        <p:spPr>
          <a:xfrm>
            <a:off x="550863" y="575409"/>
            <a:ext cx="4500562" cy="984885"/>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Picture Placeholder 2">
            <a:extLst>
              <a:ext uri="{FF2B5EF4-FFF2-40B4-BE49-F238E27FC236}">
                <a16:creationId xmlns:a16="http://schemas.microsoft.com/office/drawing/2014/main" id="{C11893A9-3462-4F51-83AE-5D2F124B985F}"/>
              </a:ext>
            </a:extLst>
          </p:cNvPr>
          <p:cNvSpPr>
            <a:spLocks noGrp="1"/>
          </p:cNvSpPr>
          <p:nvPr>
            <p:ph type="pic" idx="1"/>
          </p:nvPr>
        </p:nvSpPr>
        <p:spPr>
          <a:xfrm>
            <a:off x="5267324" y="575409"/>
            <a:ext cx="6373813" cy="5733316"/>
          </a:xfrm>
        </p:spPr>
        <p:txBody>
          <a:bodyPr>
            <a:normAutofit/>
          </a:bodyPr>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BA9240C-79C0-4A88-A476-725DE1B9C28F}"/>
              </a:ext>
            </a:extLst>
          </p:cNvPr>
          <p:cNvSpPr>
            <a:spLocks noGrp="1"/>
          </p:cNvSpPr>
          <p:nvPr>
            <p:ph type="body" sz="half" idx="2"/>
          </p:nvPr>
        </p:nvSpPr>
        <p:spPr>
          <a:xfrm>
            <a:off x="550863" y="1776195"/>
            <a:ext cx="4500562" cy="4532530"/>
          </a:xfrm>
        </p:spPr>
        <p:txBody>
          <a:bodyPr anchor="t" anchorCtr="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17667354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9361-B9A1-48F2-9473-23DE30E2D151}"/>
              </a:ext>
            </a:extLst>
          </p:cNvPr>
          <p:cNvSpPr>
            <a:spLocks noGrp="1"/>
          </p:cNvSpPr>
          <p:nvPr>
            <p:ph type="title"/>
          </p:nvPr>
        </p:nvSpPr>
        <p:spPr>
          <a:xfrm>
            <a:off x="550862" y="503906"/>
            <a:ext cx="11090275" cy="1333057"/>
          </a:xfrm>
        </p:spPr>
        <p:txBody>
          <a:bodyPr vert="horz" wrap="square" lIns="0" tIns="0" rIns="0" bIns="0" rtlCol="0" anchor="t" anchorCtr="0">
            <a:normAutofit/>
          </a:bodyPr>
          <a:lstStyle>
            <a:lvl1pPr>
              <a:defRPr lang="en-US" dirty="0"/>
            </a:lvl1pPr>
          </a:lstStyle>
          <a:p>
            <a:pPr lvl="0"/>
            <a:r>
              <a:rPr lang="en-US"/>
              <a:t>Click to edit Master title style</a:t>
            </a:r>
            <a:endParaRPr lang="en-US" dirty="0"/>
          </a:p>
        </p:txBody>
      </p:sp>
      <p:sp>
        <p:nvSpPr>
          <p:cNvPr id="3" name="Vertical Text Placeholder 2">
            <a:extLst>
              <a:ext uri="{FF2B5EF4-FFF2-40B4-BE49-F238E27FC236}">
                <a16:creationId xmlns:a16="http://schemas.microsoft.com/office/drawing/2014/main" id="{FD986779-C2F3-447D-85F7-F6B0E2C97D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07730566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6583A-514F-4632-820D-E7EE236A46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73CBBB-7DDC-4437-8C7D-22A1C35202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C69EBF-DA20-4024-8006-B158D571E08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DBAC8B9-14B5-4DF1-994D-AB47DB3BA0C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7876582-5F9B-4F5E-AAD5-D608CB68EA3D}"/>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74893063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hasCustomPrompt="1"/>
          </p:nvPr>
        </p:nvSpPr>
        <p:spPr>
          <a:xfrm>
            <a:off x="7018020" y="662937"/>
            <a:ext cx="4624442" cy="5542025"/>
          </a:xfrm>
        </p:spPr>
        <p:txBody>
          <a:bodyPr vert="horz" wrap="square" lIns="0" tIns="0" rIns="0" bIns="0" rtlCol="0" anchor="ctr" anchorCtr="0">
            <a:normAutofit/>
          </a:bodyPr>
          <a:lstStyle>
            <a:lvl1pPr>
              <a:defRPr lang="en-US" dirty="0"/>
            </a:lvl1pPr>
          </a:lstStyle>
          <a:p>
            <a:pPr lvl="0">
              <a:lnSpc>
                <a:spcPct val="100000"/>
              </a:lnSpc>
            </a:pPr>
            <a:r>
              <a:rPr lang="en-US" dirty="0"/>
              <a:t>Click to add title</a:t>
            </a:r>
          </a:p>
        </p:txBody>
      </p:sp>
      <p:sp>
        <p:nvSpPr>
          <p:cNvPr id="9" name="Picture Placeholder 8">
            <a:extLst>
              <a:ext uri="{FF2B5EF4-FFF2-40B4-BE49-F238E27FC236}">
                <a16:creationId xmlns:a16="http://schemas.microsoft.com/office/drawing/2014/main" id="{988CE9D0-E6DB-A38D-ED84-A53D0493E6D0}"/>
              </a:ext>
            </a:extLst>
          </p:cNvPr>
          <p:cNvSpPr>
            <a:spLocks noGrp="1"/>
          </p:cNvSpPr>
          <p:nvPr>
            <p:ph type="pic" sz="quarter" idx="13" hasCustomPrompt="1"/>
          </p:nvPr>
        </p:nvSpPr>
        <p:spPr>
          <a:xfrm>
            <a:off x="0" y="0"/>
            <a:ext cx="6267450" cy="6858000"/>
          </a:xfrm>
        </p:spPr>
        <p:txBody>
          <a:bodyPr>
            <a:normAutofit/>
          </a:bodyPr>
          <a:lstStyle>
            <a:lvl1pPr marL="0" indent="0" algn="ctr">
              <a:buNone/>
              <a:defRPr sz="2000"/>
            </a:lvl1pPr>
          </a:lstStyle>
          <a:p>
            <a:r>
              <a:rPr lang="en-US" dirty="0"/>
              <a:t>Click icon to insert picture</a:t>
            </a:r>
          </a:p>
        </p:txBody>
      </p:sp>
    </p:spTree>
    <p:extLst>
      <p:ext uri="{BB962C8B-B14F-4D97-AF65-F5344CB8AC3E}">
        <p14:creationId xmlns:p14="http://schemas.microsoft.com/office/powerpoint/2010/main" val="4119266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43C4A872-A473-BFD2-150E-387250C2B4DA}"/>
              </a:ext>
              <a:ext uri="{C183D7F6-B498-43B3-948B-1728B52AA6E4}">
                <adec:decorative xmlns:adec="http://schemas.microsoft.com/office/drawing/2017/decorative" val="1"/>
              </a:ext>
            </a:extLst>
          </p:cNvPr>
          <p:cNvGrpSpPr/>
          <p:nvPr userDrawn="1"/>
        </p:nvGrpSpPr>
        <p:grpSpPr>
          <a:xfrm>
            <a:off x="613998" y="5334748"/>
            <a:ext cx="678135" cy="990000"/>
            <a:chOff x="10490969" y="1448827"/>
            <a:chExt cx="678135" cy="990000"/>
          </a:xfrm>
        </p:grpSpPr>
        <p:sp>
          <p:nvSpPr>
            <p:cNvPr id="24" name="Freeform: Shape 23">
              <a:extLst>
                <a:ext uri="{FF2B5EF4-FFF2-40B4-BE49-F238E27FC236}">
                  <a16:creationId xmlns:a16="http://schemas.microsoft.com/office/drawing/2014/main" id="{C5C8D53B-A579-BCFA-58E8-C386DABC92CD}"/>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Oval 24">
              <a:extLst>
                <a:ext uri="{FF2B5EF4-FFF2-40B4-BE49-F238E27FC236}">
                  <a16:creationId xmlns:a16="http://schemas.microsoft.com/office/drawing/2014/main" id="{23A34CAC-4A03-ADDB-E97F-8675E68FC0B3}"/>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6" name="Oval 25">
              <a:extLst>
                <a:ext uri="{FF2B5EF4-FFF2-40B4-BE49-F238E27FC236}">
                  <a16:creationId xmlns:a16="http://schemas.microsoft.com/office/drawing/2014/main" id="{0C733506-2F0D-8F31-52D1-5244F04A706B}"/>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Freeform: Shape 26">
              <a:extLst>
                <a:ext uri="{FF2B5EF4-FFF2-40B4-BE49-F238E27FC236}">
                  <a16:creationId xmlns:a16="http://schemas.microsoft.com/office/drawing/2014/main" id="{29356E3D-E14C-9C43-7CE4-A7156B1E10DB}"/>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0" name="Title 19">
            <a:extLst>
              <a:ext uri="{FF2B5EF4-FFF2-40B4-BE49-F238E27FC236}">
                <a16:creationId xmlns:a16="http://schemas.microsoft.com/office/drawing/2014/main" id="{85C652DA-55F6-9691-4254-344E0A4E9ABF}"/>
              </a:ext>
            </a:extLst>
          </p:cNvPr>
          <p:cNvSpPr>
            <a:spLocks noGrp="1"/>
          </p:cNvSpPr>
          <p:nvPr>
            <p:ph type="title" hasCustomPrompt="1"/>
          </p:nvPr>
        </p:nvSpPr>
        <p:spPr>
          <a:xfrm>
            <a:off x="550863" y="483924"/>
            <a:ext cx="11090275" cy="1684059"/>
          </a:xfrm>
        </p:spPr>
        <p:txBody>
          <a:bodyPr anchor="b">
            <a:normAutofit/>
          </a:bodyPr>
          <a:lstStyle>
            <a:lvl1pPr>
              <a:defRPr sz="4000"/>
            </a:lvl1pPr>
          </a:lstStyle>
          <a:p>
            <a:r>
              <a:rPr lang="en-US" dirty="0"/>
              <a:t>Click to add title</a:t>
            </a:r>
          </a:p>
        </p:txBody>
      </p:sp>
      <p:sp>
        <p:nvSpPr>
          <p:cNvPr id="22" name="Content Placeholder 21">
            <a:extLst>
              <a:ext uri="{FF2B5EF4-FFF2-40B4-BE49-F238E27FC236}">
                <a16:creationId xmlns:a16="http://schemas.microsoft.com/office/drawing/2014/main" id="{4DB7AC4F-2818-7F0D-AC6A-736D5F2C7392}"/>
              </a:ext>
            </a:extLst>
          </p:cNvPr>
          <p:cNvSpPr>
            <a:spLocks noGrp="1"/>
          </p:cNvSpPr>
          <p:nvPr>
            <p:ph sz="quarter" idx="13" hasCustomPrompt="1"/>
          </p:nvPr>
        </p:nvSpPr>
        <p:spPr>
          <a:xfrm>
            <a:off x="550863" y="2419350"/>
            <a:ext cx="11090274" cy="3913188"/>
          </a:xfrm>
        </p:spPr>
        <p:txBody>
          <a:bodyPr>
            <a:normAutofit/>
          </a:bodyPr>
          <a:lstStyle>
            <a:lvl1pPr marL="0" indent="0">
              <a:buNone/>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t>‹#›</a:t>
            </a:fld>
            <a:endParaRPr lang="en-US" dirty="0"/>
          </a:p>
        </p:txBody>
      </p:sp>
      <p:grpSp>
        <p:nvGrpSpPr>
          <p:cNvPr id="5" name="Group 4">
            <a:extLst>
              <a:ext uri="{FF2B5EF4-FFF2-40B4-BE49-F238E27FC236}">
                <a16:creationId xmlns:a16="http://schemas.microsoft.com/office/drawing/2014/main" id="{6C61DF04-D7CB-2B19-8BB9-3E90A661973E}"/>
              </a:ext>
              <a:ext uri="{C183D7F6-B498-43B3-948B-1728B52AA6E4}">
                <adec:decorative xmlns:adec="http://schemas.microsoft.com/office/drawing/2017/decorative" val="1"/>
              </a:ext>
            </a:extLst>
          </p:cNvPr>
          <p:cNvGrpSpPr/>
          <p:nvPr userDrawn="1"/>
        </p:nvGrpSpPr>
        <p:grpSpPr>
          <a:xfrm>
            <a:off x="9010824" y="1514007"/>
            <a:ext cx="734257" cy="760506"/>
            <a:chOff x="5243759" y="1363788"/>
            <a:chExt cx="734257" cy="760506"/>
          </a:xfrm>
        </p:grpSpPr>
        <p:sp>
          <p:nvSpPr>
            <p:cNvPr id="6" name="Freeform 5">
              <a:extLst>
                <a:ext uri="{FF2B5EF4-FFF2-40B4-BE49-F238E27FC236}">
                  <a16:creationId xmlns:a16="http://schemas.microsoft.com/office/drawing/2014/main" id="{5DE1CC00-F893-E215-8086-65B6605C5FC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 name="Freeform 6">
              <a:extLst>
                <a:ext uri="{FF2B5EF4-FFF2-40B4-BE49-F238E27FC236}">
                  <a16:creationId xmlns:a16="http://schemas.microsoft.com/office/drawing/2014/main" id="{6EBF50D9-F9B8-ADB3-8B4A-AF19564EE6E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Freeform 8">
              <a:extLst>
                <a:ext uri="{FF2B5EF4-FFF2-40B4-BE49-F238E27FC236}">
                  <a16:creationId xmlns:a16="http://schemas.microsoft.com/office/drawing/2014/main" id="{80BE1060-7183-58F8-EEBF-64135EE82BC5}"/>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1" name="Oval 10">
            <a:extLst>
              <a:ext uri="{FF2B5EF4-FFF2-40B4-BE49-F238E27FC236}">
                <a16:creationId xmlns:a16="http://schemas.microsoft.com/office/drawing/2014/main" id="{E597A3BE-0D13-9033-E3FD-78202DB799C8}"/>
              </a:ext>
              <a:ext uri="{C183D7F6-B498-43B3-948B-1728B52AA6E4}">
                <adec:decorative xmlns:adec="http://schemas.microsoft.com/office/drawing/2017/decorative" val="1"/>
              </a:ext>
            </a:extLst>
          </p:cNvPr>
          <p:cNvSpPr>
            <a:spLocks noChangeAspect="1"/>
          </p:cNvSpPr>
          <p:nvPr userDrawn="1"/>
        </p:nvSpPr>
        <p:spPr>
          <a:xfrm>
            <a:off x="10168304"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2" name="Group 11">
            <a:extLst>
              <a:ext uri="{FF2B5EF4-FFF2-40B4-BE49-F238E27FC236}">
                <a16:creationId xmlns:a16="http://schemas.microsoft.com/office/drawing/2014/main" id="{D8867D9A-3F3B-94C3-244B-0006226AEF73}"/>
              </a:ext>
              <a:ext uri="{C183D7F6-B498-43B3-948B-1728B52AA6E4}">
                <adec:decorative xmlns:adec="http://schemas.microsoft.com/office/drawing/2017/decorative" val="1"/>
              </a:ext>
            </a:extLst>
          </p:cNvPr>
          <p:cNvGrpSpPr/>
          <p:nvPr userDrawn="1"/>
        </p:nvGrpSpPr>
        <p:grpSpPr>
          <a:xfrm flipH="1">
            <a:off x="9063019" y="3199533"/>
            <a:ext cx="3597052" cy="2615018"/>
            <a:chOff x="4541453" y="3199533"/>
            <a:chExt cx="3597052" cy="2615018"/>
          </a:xfrm>
        </p:grpSpPr>
        <p:sp>
          <p:nvSpPr>
            <p:cNvPr id="13" name="Freeform: Shape 38">
              <a:extLst>
                <a:ext uri="{FF2B5EF4-FFF2-40B4-BE49-F238E27FC236}">
                  <a16:creationId xmlns:a16="http://schemas.microsoft.com/office/drawing/2014/main" id="{955FC3D1-6227-A188-CCDB-11D573FD807A}"/>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4" name="Group 13">
              <a:extLst>
                <a:ext uri="{FF2B5EF4-FFF2-40B4-BE49-F238E27FC236}">
                  <a16:creationId xmlns:a16="http://schemas.microsoft.com/office/drawing/2014/main" id="{AE6BE70E-C41E-449D-A48C-4EB6BB7DC20D}"/>
                </a:ext>
              </a:extLst>
            </p:cNvPr>
            <p:cNvGrpSpPr/>
            <p:nvPr/>
          </p:nvGrpSpPr>
          <p:grpSpPr>
            <a:xfrm>
              <a:off x="4541453" y="3199533"/>
              <a:ext cx="3478701" cy="2615018"/>
              <a:chOff x="-481151" y="3199533"/>
              <a:chExt cx="3478701" cy="2615018"/>
            </a:xfrm>
          </p:grpSpPr>
          <p:sp>
            <p:nvSpPr>
              <p:cNvPr id="15" name="Freeform: Shape 32">
                <a:extLst>
                  <a:ext uri="{FF2B5EF4-FFF2-40B4-BE49-F238E27FC236}">
                    <a16:creationId xmlns:a16="http://schemas.microsoft.com/office/drawing/2014/main" id="{B7C0B12B-49BE-7855-18FB-8583C8DD9617}"/>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Oval 15">
                <a:extLst>
                  <a:ext uri="{FF2B5EF4-FFF2-40B4-BE49-F238E27FC236}">
                    <a16:creationId xmlns:a16="http://schemas.microsoft.com/office/drawing/2014/main" id="{67C78A37-D378-70D3-D6E3-AB9400EB583E}"/>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17" name="Group 16">
            <a:extLst>
              <a:ext uri="{FF2B5EF4-FFF2-40B4-BE49-F238E27FC236}">
                <a16:creationId xmlns:a16="http://schemas.microsoft.com/office/drawing/2014/main" id="{02491172-466F-19CC-B639-A1C3CAB1D43A}"/>
              </a:ext>
              <a:ext uri="{C183D7F6-B498-43B3-948B-1728B52AA6E4}">
                <adec:decorative xmlns:adec="http://schemas.microsoft.com/office/drawing/2017/decorative" val="1"/>
              </a:ext>
            </a:extLst>
          </p:cNvPr>
          <p:cNvGrpSpPr/>
          <p:nvPr userDrawn="1"/>
        </p:nvGrpSpPr>
        <p:grpSpPr>
          <a:xfrm>
            <a:off x="5690545" y="4100655"/>
            <a:ext cx="1335600" cy="1262947"/>
            <a:chOff x="10145015" y="2343978"/>
            <a:chExt cx="1335600" cy="1262947"/>
          </a:xfrm>
        </p:grpSpPr>
        <p:sp>
          <p:nvSpPr>
            <p:cNvPr id="18" name="Freeform: Shape 25">
              <a:extLst>
                <a:ext uri="{FF2B5EF4-FFF2-40B4-BE49-F238E27FC236}">
                  <a16:creationId xmlns:a16="http://schemas.microsoft.com/office/drawing/2014/main" id="{45EC885D-265C-397B-5DAF-57A66CDA30B5}"/>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9" name="Oval 18">
              <a:extLst>
                <a:ext uri="{FF2B5EF4-FFF2-40B4-BE49-F238E27FC236}">
                  <a16:creationId xmlns:a16="http://schemas.microsoft.com/office/drawing/2014/main" id="{3601DB21-D937-2F89-DC26-063DFC7800C8}"/>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22076535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550863" y="196900"/>
            <a:ext cx="4159160" cy="3155900"/>
          </a:xfrm>
        </p:spPr>
        <p:txBody>
          <a:bodyPr lIns="91440" anchor="b">
            <a:noAutofit/>
          </a:bodyPr>
          <a:lstStyle>
            <a:lvl1pPr algn="l">
              <a:defRPr sz="40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547271" y="3505200"/>
            <a:ext cx="4159160" cy="2352356"/>
          </a:xfrm>
        </p:spPr>
        <p:txBody>
          <a:bodyPr lIns="91440" rIns="91440">
            <a:noAutofit/>
          </a:bodyPr>
          <a:lstStyle>
            <a:lvl1pPr marL="0" indent="0" algn="l">
              <a:lnSpc>
                <a:spcPct val="100000"/>
              </a:lnSpc>
              <a:spcAft>
                <a:spcPts val="0"/>
              </a:spcAft>
              <a:buFont typeface="Arial" panose="020B0604020202020204" pitchFamily="34" charset="0"/>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4" name="Oval 13">
            <a:extLst>
              <a:ext uri="{FF2B5EF4-FFF2-40B4-BE49-F238E27FC236}">
                <a16:creationId xmlns:a16="http://schemas.microsoft.com/office/drawing/2014/main" id="{60ABD6E1-FE78-D78B-E80C-09490F5D8D05}"/>
              </a:ext>
              <a:ext uri="{C183D7F6-B498-43B3-948B-1728B52AA6E4}">
                <adec:decorative xmlns:adec="http://schemas.microsoft.com/office/drawing/2017/decorative" val="1"/>
              </a:ext>
            </a:extLst>
          </p:cNvPr>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0" name="Group 9">
            <a:extLst>
              <a:ext uri="{FF2B5EF4-FFF2-40B4-BE49-F238E27FC236}">
                <a16:creationId xmlns:a16="http://schemas.microsoft.com/office/drawing/2014/main" id="{62BB1BCD-5C1C-ED05-D6B4-F92367209BEF}"/>
              </a:ext>
              <a:ext uri="{C183D7F6-B498-43B3-948B-1728B52AA6E4}">
                <adec:decorative xmlns:adec="http://schemas.microsoft.com/office/drawing/2017/decorative" val="1"/>
              </a:ext>
            </a:extLst>
          </p:cNvPr>
          <p:cNvGrpSpPr/>
          <p:nvPr userDrawn="1"/>
        </p:nvGrpSpPr>
        <p:grpSpPr>
          <a:xfrm>
            <a:off x="10822156" y="4143453"/>
            <a:ext cx="734257" cy="760506"/>
            <a:chOff x="5243759" y="1363788"/>
            <a:chExt cx="734257" cy="760506"/>
          </a:xfrm>
        </p:grpSpPr>
        <p:sp>
          <p:nvSpPr>
            <p:cNvPr id="11" name="Freeform 5">
              <a:extLst>
                <a:ext uri="{FF2B5EF4-FFF2-40B4-BE49-F238E27FC236}">
                  <a16:creationId xmlns:a16="http://schemas.microsoft.com/office/drawing/2014/main" id="{700A5CAB-28E9-FB7A-E72E-39F3ADE58C6B}"/>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2" name="Freeform 6">
              <a:extLst>
                <a:ext uri="{FF2B5EF4-FFF2-40B4-BE49-F238E27FC236}">
                  <a16:creationId xmlns:a16="http://schemas.microsoft.com/office/drawing/2014/main" id="{2BA2D9BC-CA87-28FA-7A02-455E740EACA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3" name="Freeform 8">
              <a:extLst>
                <a:ext uri="{FF2B5EF4-FFF2-40B4-BE49-F238E27FC236}">
                  <a16:creationId xmlns:a16="http://schemas.microsoft.com/office/drawing/2014/main" id="{734E5ADF-EEF0-2501-9D7B-8FC1A49F60A7}"/>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8" name="Picture Placeholder 14">
            <a:extLst>
              <a:ext uri="{FF2B5EF4-FFF2-40B4-BE49-F238E27FC236}">
                <a16:creationId xmlns:a16="http://schemas.microsoft.com/office/drawing/2014/main" id="{780F3839-9B1B-2346-C1F4-E876E6AE32E1}"/>
              </a:ext>
            </a:extLst>
          </p:cNvPr>
          <p:cNvSpPr>
            <a:spLocks noGrp="1"/>
          </p:cNvSpPr>
          <p:nvPr>
            <p:ph type="pic" sz="quarter" idx="13"/>
          </p:nvPr>
        </p:nvSpPr>
        <p:spPr>
          <a:xfrm>
            <a:off x="5678049" y="78871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tIns="365760">
            <a:noAutofit/>
          </a:bodyPr>
          <a:lstStyle>
            <a:lvl1pPr marL="0" indent="0" algn="ctr">
              <a:buNone/>
              <a:defRPr sz="18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4097428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E57989ED-9663-5033-AA83-267069FC5CEE}"/>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a:extLst>
              <a:ext uri="{FF2B5EF4-FFF2-40B4-BE49-F238E27FC236}">
                <a16:creationId xmlns:a16="http://schemas.microsoft.com/office/drawing/2014/main" id="{B1A4B040-51E3-4DA0-B21D-EEE173E7536F}"/>
              </a:ext>
            </a:extLst>
          </p:cNvPr>
          <p:cNvSpPr>
            <a:spLocks noGrp="1"/>
          </p:cNvSpPr>
          <p:nvPr>
            <p:ph type="title" hasCustomPrompt="1"/>
          </p:nvPr>
        </p:nvSpPr>
        <p:spPr>
          <a:xfrm>
            <a:off x="549536" y="549274"/>
            <a:ext cx="5179330" cy="2841829"/>
          </a:xfrm>
        </p:spPr>
        <p:txBody>
          <a:bodyPr vert="horz" wrap="square" lIns="0" tIns="0" rIns="0" bIns="0" rtlCol="0" anchor="b" anchorCtr="0">
            <a:normAutofit/>
          </a:bodyPr>
          <a:lstStyle>
            <a:lvl1pPr>
              <a:defRPr lang="en-US" sz="5400" dirty="0"/>
            </a:lvl1pPr>
          </a:lstStyle>
          <a:p>
            <a:pPr lvl="0">
              <a:lnSpc>
                <a:spcPct val="100000"/>
              </a:lnSpc>
            </a:pPr>
            <a:r>
              <a:rPr lang="en-US" dirty="0"/>
              <a:t>Click to add title</a:t>
            </a:r>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hasCustomPrompt="1"/>
          </p:nvPr>
        </p:nvSpPr>
        <p:spPr>
          <a:xfrm>
            <a:off x="549537" y="3646704"/>
            <a:ext cx="5179330" cy="2706160"/>
          </a:xfrm>
        </p:spPr>
        <p:txBody>
          <a:bodyPr>
            <a:normAutofit/>
          </a:bodyPr>
          <a:lstStyle>
            <a:lvl1pPr marL="0" indent="0">
              <a:spcBef>
                <a:spcPts val="1000"/>
              </a:spcBef>
              <a:buNone/>
              <a:defRPr sz="1800">
                <a:solidFill>
                  <a:schemeClr val="tx1"/>
                </a:solidFill>
              </a:defRPr>
            </a:lvl1pPr>
            <a:lvl2pPr marL="457200" indent="0">
              <a:spcBef>
                <a:spcPts val="1000"/>
              </a:spcBef>
              <a:buNone/>
              <a:defRPr sz="1200">
                <a:solidFill>
                  <a:schemeClr val="tx1"/>
                </a:solidFill>
              </a:defRPr>
            </a:lvl2pPr>
            <a:lvl3pPr marL="914400" indent="0">
              <a:spcBef>
                <a:spcPts val="1000"/>
              </a:spcBef>
              <a:buNone/>
              <a:defRPr sz="1200">
                <a:solidFill>
                  <a:schemeClr val="tx1"/>
                </a:solidFill>
              </a:defRPr>
            </a:lvl3pPr>
            <a:lvl4pPr marL="1371600" indent="0">
              <a:spcBef>
                <a:spcPts val="1000"/>
              </a:spcBef>
              <a:buNone/>
              <a:defRPr sz="1200">
                <a:solidFill>
                  <a:schemeClr val="tx1"/>
                </a:solidFill>
              </a:defRPr>
            </a:lvl4pPr>
            <a:lvl5pPr marL="1828800" indent="0">
              <a:spcBef>
                <a:spcPts val="1000"/>
              </a:spcBef>
              <a:buNone/>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Picture Placeholder 19">
            <a:extLst>
              <a:ext uri="{FF2B5EF4-FFF2-40B4-BE49-F238E27FC236}">
                <a16:creationId xmlns:a16="http://schemas.microsoft.com/office/drawing/2014/main" id="{5392876F-0BBD-F80A-DE7F-8831AD3BF353}"/>
              </a:ext>
            </a:extLst>
          </p:cNvPr>
          <p:cNvSpPr>
            <a:spLocks noGrp="1"/>
          </p:cNvSpPr>
          <p:nvPr>
            <p:ph type="pic" sz="quarter" idx="13" hasCustomPrompt="1"/>
          </p:nvPr>
        </p:nvSpPr>
        <p:spPr>
          <a:xfrm>
            <a:off x="5926138" y="549275"/>
            <a:ext cx="5654675" cy="5788025"/>
          </a:xfrm>
        </p:spPr>
        <p:txBody>
          <a:bodyPr>
            <a:normAutofit/>
          </a:bodyPr>
          <a:lstStyle>
            <a:lvl1pPr marL="0" indent="0" algn="ctr">
              <a:buNone/>
              <a:defRPr sz="2000">
                <a:solidFill>
                  <a:schemeClr val="tx1"/>
                </a:solidFill>
              </a:defRPr>
            </a:lvl1pPr>
          </a:lstStyle>
          <a:p>
            <a:r>
              <a:rPr lang="en-US" dirty="0"/>
              <a:t>Click icon to insert picture</a:t>
            </a:r>
          </a:p>
        </p:txBody>
      </p:sp>
      <p:grpSp>
        <p:nvGrpSpPr>
          <p:cNvPr id="9" name="Group 8">
            <a:extLst>
              <a:ext uri="{FF2B5EF4-FFF2-40B4-BE49-F238E27FC236}">
                <a16:creationId xmlns:a16="http://schemas.microsoft.com/office/drawing/2014/main" id="{64E08E8E-10CB-55BC-8AFF-E64C800B9F89}"/>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0" name="Freeform: Shape 15">
              <a:extLst>
                <a:ext uri="{FF2B5EF4-FFF2-40B4-BE49-F238E27FC236}">
                  <a16:creationId xmlns:a16="http://schemas.microsoft.com/office/drawing/2014/main" id="{B439260B-AC6B-1C83-1A63-058A7E7EFCC9}"/>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Oval 10">
              <a:extLst>
                <a:ext uri="{FF2B5EF4-FFF2-40B4-BE49-F238E27FC236}">
                  <a16:creationId xmlns:a16="http://schemas.microsoft.com/office/drawing/2014/main" id="{4ADD32DC-9BAF-DA32-4E29-A6D403E04377}"/>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2" name="Group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3940739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alpha val="80000"/>
                  </a:schemeClr>
                </a:solidFill>
              </a:defRPr>
            </a:lvl1p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4222058729"/>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20" r:id="rId14"/>
    <p:sldLayoutId id="2147483728" r:id="rId15"/>
  </p:sldLayoutIdLst>
  <p:hf sldNum="0" hdr="0" ftr="0" dt="0"/>
  <p:txStyles>
    <p:title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4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hyperlink" Target="mailto:Rubaahassan@hotmail.com" TargetMode="Externa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047101-8D42-6100-9CEA-AEC0FAEAB606}"/>
              </a:ext>
            </a:extLst>
          </p:cNvPr>
          <p:cNvSpPr>
            <a:spLocks noGrp="1"/>
          </p:cNvSpPr>
          <p:nvPr>
            <p:ph type="title"/>
          </p:nvPr>
        </p:nvSpPr>
        <p:spPr>
          <a:xfrm>
            <a:off x="6368143" y="662937"/>
            <a:ext cx="5715000" cy="5542025"/>
          </a:xfrm>
          <a:noFill/>
        </p:spPr>
        <p:txBody>
          <a:bodyPr anchor="ctr">
            <a:noAutofit/>
          </a:bodyPr>
          <a:lstStyle/>
          <a:p>
            <a:r>
              <a:rPr lang="en-US" dirty="0"/>
              <a:t>Obstacle Avoiding Robot Using Arduino</a:t>
            </a:r>
            <a:br>
              <a:rPr lang="en-US" dirty="0"/>
            </a:br>
            <a:r>
              <a:rPr lang="en-US" sz="2800" dirty="0"/>
              <a:t>course name: </a:t>
            </a:r>
            <a:br>
              <a:rPr lang="en-US" sz="2800" dirty="0"/>
            </a:br>
            <a:r>
              <a:rPr lang="en-US" sz="2800" dirty="0"/>
              <a:t> </a:t>
            </a:r>
            <a:r>
              <a:rPr lang="en-US" sz="2400" dirty="0"/>
              <a:t>CMBE455 Embedded Systems</a:t>
            </a:r>
            <a:br>
              <a:rPr lang="en-US" sz="2800" dirty="0"/>
            </a:br>
            <a:r>
              <a:rPr lang="en-US" sz="2800" dirty="0"/>
              <a:t>Instructor: </a:t>
            </a:r>
            <a:br>
              <a:rPr lang="en-US" sz="2800" dirty="0"/>
            </a:br>
            <a:r>
              <a:rPr lang="en-US" sz="2800" dirty="0"/>
              <a:t> </a:t>
            </a:r>
            <a:r>
              <a:rPr lang="en-US" sz="2400" dirty="0"/>
              <a:t>Asst. Prof. Dr. Parvaneh ESMAILI</a:t>
            </a:r>
            <a:br>
              <a:rPr lang="en-US" sz="2800" dirty="0"/>
            </a:br>
            <a:r>
              <a:rPr lang="en-US" sz="2800" dirty="0"/>
              <a:t>Team Members:</a:t>
            </a:r>
            <a:br>
              <a:rPr lang="en-US" sz="2800" dirty="0"/>
            </a:br>
            <a:r>
              <a:rPr lang="en-US" sz="2400" dirty="0"/>
              <a:t> Roba hassan-22213944</a:t>
            </a:r>
            <a:br>
              <a:rPr lang="en-US" sz="2400" dirty="0"/>
            </a:br>
            <a:r>
              <a:rPr lang="en-US" sz="2400" dirty="0"/>
              <a:t> Lina Ahmed-22210907</a:t>
            </a:r>
            <a:br>
              <a:rPr lang="en-US" sz="2400" dirty="0"/>
            </a:br>
            <a:r>
              <a:rPr lang="en-US" sz="2400" dirty="0"/>
              <a:t> Omar Alawi-22208538</a:t>
            </a:r>
            <a:br>
              <a:rPr lang="en-US" sz="2400" dirty="0"/>
            </a:br>
            <a:r>
              <a:rPr lang="en-US" sz="2400" dirty="0"/>
              <a:t> Fares Almashharawi-22215416</a:t>
            </a:r>
            <a:br>
              <a:rPr lang="en-US" sz="2400" dirty="0"/>
            </a:br>
            <a:r>
              <a:rPr lang="en-US" sz="2400" dirty="0"/>
              <a:t> Qusai Almashharawi-22205407</a:t>
            </a:r>
          </a:p>
        </p:txBody>
      </p:sp>
      <p:pic>
        <p:nvPicPr>
          <p:cNvPr id="8" name="Picture Placeholder 13">
            <a:extLst>
              <a:ext uri="{FF2B5EF4-FFF2-40B4-BE49-F238E27FC236}">
                <a16:creationId xmlns:a16="http://schemas.microsoft.com/office/drawing/2014/main" id="{53227D59-33F9-9DDB-1C5C-A938A989EE5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3798" r="23798"/>
          <a:stretch/>
        </p:blipFill>
        <p:spPr/>
      </p:pic>
    </p:spTree>
    <p:extLst>
      <p:ext uri="{BB962C8B-B14F-4D97-AF65-F5344CB8AC3E}">
        <p14:creationId xmlns:p14="http://schemas.microsoft.com/office/powerpoint/2010/main" val="2803092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5BE93-0252-3CC3-B567-14EC47EB8C7F}"/>
              </a:ext>
            </a:extLst>
          </p:cNvPr>
          <p:cNvSpPr>
            <a:spLocks noGrp="1"/>
          </p:cNvSpPr>
          <p:nvPr>
            <p:ph type="title"/>
          </p:nvPr>
        </p:nvSpPr>
        <p:spPr>
          <a:xfrm>
            <a:off x="550863" y="483925"/>
            <a:ext cx="11090275" cy="45719"/>
          </a:xfrm>
        </p:spPr>
        <p:txBody>
          <a:bodyPr>
            <a:normAutofit fontScale="90000"/>
          </a:bodyPr>
          <a:lstStyle/>
          <a:p>
            <a:r>
              <a:rPr lang="en-US" sz="800" dirty="0"/>
              <a:t>.</a:t>
            </a:r>
          </a:p>
        </p:txBody>
      </p:sp>
      <p:sp>
        <p:nvSpPr>
          <p:cNvPr id="3" name="Content Placeholder 2">
            <a:extLst>
              <a:ext uri="{FF2B5EF4-FFF2-40B4-BE49-F238E27FC236}">
                <a16:creationId xmlns:a16="http://schemas.microsoft.com/office/drawing/2014/main" id="{1ABCA07C-1908-B1EB-82FA-EC63DAAF4CF4}"/>
              </a:ext>
            </a:extLst>
          </p:cNvPr>
          <p:cNvSpPr>
            <a:spLocks noGrp="1"/>
          </p:cNvSpPr>
          <p:nvPr>
            <p:ph sz="quarter" idx="13"/>
          </p:nvPr>
        </p:nvSpPr>
        <p:spPr>
          <a:xfrm>
            <a:off x="550863" y="483925"/>
            <a:ext cx="11090274" cy="5848613"/>
          </a:xfrm>
        </p:spPr>
        <p:txBody>
          <a:bodyPr>
            <a:normAutofit/>
          </a:bodyPr>
          <a:lstStyle/>
          <a:p>
            <a:r>
              <a:rPr lang="en-US" sz="2800" dirty="0"/>
              <a:t>Introduction : </a:t>
            </a:r>
          </a:p>
          <a:p>
            <a:r>
              <a:rPr lang="en-US" sz="2400" dirty="0"/>
              <a:t>This robot obstacle avoidance project demonstrates a simple and effective obstacle avoidance system using sensor and a microcontroller.</a:t>
            </a:r>
          </a:p>
          <a:p>
            <a:r>
              <a:rPr lang="en-US" sz="2800" dirty="0"/>
              <a:t>Definition :</a:t>
            </a:r>
          </a:p>
          <a:p>
            <a:r>
              <a:rPr lang="en-US" sz="2800" dirty="0"/>
              <a:t>I</a:t>
            </a:r>
            <a:r>
              <a:rPr lang="en-US" sz="2400" dirty="0"/>
              <a:t>t is a robot that detects obstacles in the environment through the use of ultrasonic sensors (reactive sensor-based detection) and responds to obstacles by avoiding them. </a:t>
            </a:r>
          </a:p>
          <a:p>
            <a:r>
              <a:rPr lang="en-US" sz="2800" dirty="0"/>
              <a:t>Objective :</a:t>
            </a:r>
          </a:p>
          <a:p>
            <a:r>
              <a:rPr lang="en-US" sz="2400" dirty="0"/>
              <a:t>The main aim of it is to protect both the robot itself and the surrounding objects.</a:t>
            </a:r>
          </a:p>
        </p:txBody>
      </p:sp>
    </p:spTree>
    <p:extLst>
      <p:ext uri="{BB962C8B-B14F-4D97-AF65-F5344CB8AC3E}">
        <p14:creationId xmlns:p14="http://schemas.microsoft.com/office/powerpoint/2010/main" val="2665045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550862" y="555170"/>
            <a:ext cx="5951500" cy="805543"/>
          </a:xfrm>
          <a:noFill/>
        </p:spPr>
        <p:txBody>
          <a:bodyPr>
            <a:noAutofit/>
          </a:bodyPr>
          <a:lstStyle/>
          <a:p>
            <a:r>
              <a:rPr lang="en-US" sz="2800" dirty="0"/>
              <a:t>System Overview : </a:t>
            </a:r>
          </a:p>
        </p:txBody>
      </p:sp>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xfrm>
            <a:off x="550862" y="1545770"/>
            <a:ext cx="6230937" cy="4373223"/>
          </a:xfrm>
          <a:noFill/>
        </p:spPr>
        <p:txBody>
          <a:bodyPr/>
          <a:lstStyle/>
          <a:p>
            <a:pPr marL="342900" indent="-342900">
              <a:buFont typeface="Arial" panose="020B0604020202020204" pitchFamily="34" charset="0"/>
              <a:buChar char="•"/>
            </a:pPr>
            <a:r>
              <a:rPr lang="en-US" dirty="0"/>
              <a:t>The ultrasonic sensor continuously scans the front area for obstacles.</a:t>
            </a:r>
          </a:p>
          <a:p>
            <a:pPr marL="342900" indent="-342900">
              <a:buFont typeface="Arial" panose="020B0604020202020204" pitchFamily="34" charset="0"/>
              <a:buChar char="•"/>
            </a:pPr>
            <a:r>
              <a:rPr lang="en-US" dirty="0"/>
              <a:t>Distance data is sent to the Arduino microcontroller.</a:t>
            </a:r>
          </a:p>
          <a:p>
            <a:pPr marL="342900" indent="-342900">
              <a:buFont typeface="Arial" panose="020B0604020202020204" pitchFamily="34" charset="0"/>
              <a:buChar char="•"/>
            </a:pPr>
            <a:r>
              <a:rPr lang="en-US" dirty="0"/>
              <a:t>Arduino analyzes the distance and makes a movement decision.</a:t>
            </a:r>
          </a:p>
          <a:p>
            <a:pPr marL="342900" indent="-342900">
              <a:buFont typeface="Arial" panose="020B0604020202020204" pitchFamily="34" charset="0"/>
              <a:buChar char="•"/>
            </a:pPr>
            <a:r>
              <a:rPr lang="en-US" dirty="0"/>
              <a:t>Control signals are sent to the motor driver.</a:t>
            </a:r>
          </a:p>
          <a:p>
            <a:pPr marL="342900" indent="-342900">
              <a:buFont typeface="Arial" panose="020B0604020202020204" pitchFamily="34" charset="0"/>
              <a:buChar char="•"/>
            </a:pPr>
            <a:r>
              <a:rPr lang="en-US" dirty="0"/>
              <a:t>Motors rotate accordingly to change direction and avoid obstacles.</a:t>
            </a:r>
          </a:p>
          <a:p>
            <a:endParaRPr lang="en-US" dirty="0"/>
          </a:p>
        </p:txBody>
      </p:sp>
      <p:pic>
        <p:nvPicPr>
          <p:cNvPr id="7" name="Picture Placeholder 17">
            <a:extLst>
              <a:ext uri="{FF2B5EF4-FFF2-40B4-BE49-F238E27FC236}">
                <a16:creationId xmlns:a16="http://schemas.microsoft.com/office/drawing/2014/main" id="{58104626-8F66-9575-5E49-2907EACF11CE}"/>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7053942" y="786606"/>
            <a:ext cx="4779751" cy="5132388"/>
          </a:xfrm>
          <a:solidFill>
            <a:schemeClr val="accent5"/>
          </a:solidFill>
        </p:spPr>
      </p:pic>
    </p:spTree>
    <p:extLst>
      <p:ext uri="{BB962C8B-B14F-4D97-AF65-F5344CB8AC3E}">
        <p14:creationId xmlns:p14="http://schemas.microsoft.com/office/powerpoint/2010/main" val="1388592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0BA18-13EE-C90E-E931-A5596330B761}"/>
              </a:ext>
            </a:extLst>
          </p:cNvPr>
          <p:cNvSpPr>
            <a:spLocks noGrp="1"/>
          </p:cNvSpPr>
          <p:nvPr>
            <p:ph type="title"/>
          </p:nvPr>
        </p:nvSpPr>
        <p:spPr>
          <a:xfrm>
            <a:off x="550863" y="549275"/>
            <a:ext cx="4369480" cy="528411"/>
          </a:xfrm>
        </p:spPr>
        <p:txBody>
          <a:bodyPr>
            <a:normAutofit/>
          </a:bodyPr>
          <a:lstStyle/>
          <a:p>
            <a:r>
              <a:rPr lang="en-US" sz="2800" dirty="0"/>
              <a:t>Hardware Components :</a:t>
            </a:r>
          </a:p>
        </p:txBody>
      </p:sp>
      <p:pic>
        <p:nvPicPr>
          <p:cNvPr id="6" name="Content Placeholder 5">
            <a:extLst>
              <a:ext uri="{FF2B5EF4-FFF2-40B4-BE49-F238E27FC236}">
                <a16:creationId xmlns:a16="http://schemas.microsoft.com/office/drawing/2014/main" id="{2F6306AA-2B36-44F0-1D7F-DFF7C60044A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009720" y="1481137"/>
            <a:ext cx="2293526" cy="1935162"/>
          </a:xfrm>
        </p:spPr>
      </p:pic>
      <p:pic>
        <p:nvPicPr>
          <p:cNvPr id="8" name="Content Placeholder 7">
            <a:extLst>
              <a:ext uri="{FF2B5EF4-FFF2-40B4-BE49-F238E27FC236}">
                <a16:creationId xmlns:a16="http://schemas.microsoft.com/office/drawing/2014/main" id="{BF944F1B-3765-03B1-A4B8-7CCC6583C08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9960429" y="1481137"/>
            <a:ext cx="1947863" cy="1947863"/>
          </a:xfrm>
        </p:spPr>
      </p:pic>
      <p:sp>
        <p:nvSpPr>
          <p:cNvPr id="11" name="TextBox 10">
            <a:extLst>
              <a:ext uri="{FF2B5EF4-FFF2-40B4-BE49-F238E27FC236}">
                <a16:creationId xmlns:a16="http://schemas.microsoft.com/office/drawing/2014/main" id="{D482BCD9-C28F-E17C-037A-747C1DC066F9}"/>
              </a:ext>
            </a:extLst>
          </p:cNvPr>
          <p:cNvSpPr txBox="1"/>
          <p:nvPr/>
        </p:nvSpPr>
        <p:spPr>
          <a:xfrm>
            <a:off x="185057" y="1481137"/>
            <a:ext cx="3824663" cy="2739211"/>
          </a:xfrm>
          <a:prstGeom prst="rect">
            <a:avLst/>
          </a:prstGeom>
          <a:noFill/>
        </p:spPr>
        <p:txBody>
          <a:bodyPr wrap="square" rtlCol="0">
            <a:spAutoFit/>
          </a:bodyPr>
          <a:lstStyle/>
          <a:p>
            <a:r>
              <a:rPr lang="en-US" sz="2800" dirty="0"/>
              <a:t>Arduino UNO :</a:t>
            </a:r>
          </a:p>
          <a:p>
            <a:pPr marL="342900" indent="-342900">
              <a:buFont typeface="Wingdings" panose="05000000000000000000" pitchFamily="2" charset="2"/>
              <a:buChar char="§"/>
            </a:pPr>
            <a:r>
              <a:rPr lang="en-US" sz="2400" dirty="0"/>
              <a:t>Main controller of the robot </a:t>
            </a:r>
          </a:p>
          <a:p>
            <a:pPr marL="342900" indent="-342900">
              <a:buFont typeface="Wingdings" panose="05000000000000000000" pitchFamily="2" charset="2"/>
              <a:buChar char="§"/>
            </a:pPr>
            <a:r>
              <a:rPr lang="en-US" sz="2400" dirty="0"/>
              <a:t>Processes sensor data</a:t>
            </a:r>
          </a:p>
          <a:p>
            <a:pPr marL="342900" indent="-342900">
              <a:buFont typeface="Wingdings" panose="05000000000000000000" pitchFamily="2" charset="2"/>
              <a:buChar char="§"/>
            </a:pPr>
            <a:r>
              <a:rPr lang="en-US" sz="2400" dirty="0"/>
              <a:t>Programmed using C++</a:t>
            </a:r>
          </a:p>
          <a:p>
            <a:pPr marL="342900" indent="-342900">
              <a:buFont typeface="Wingdings" panose="05000000000000000000" pitchFamily="2" charset="2"/>
              <a:buChar char="§"/>
            </a:pPr>
            <a:r>
              <a:rPr lang="en-US" sz="2400" dirty="0"/>
              <a:t>Sends control signals to motor driver.</a:t>
            </a:r>
          </a:p>
        </p:txBody>
      </p:sp>
      <p:sp>
        <p:nvSpPr>
          <p:cNvPr id="12" name="TextBox 11">
            <a:extLst>
              <a:ext uri="{FF2B5EF4-FFF2-40B4-BE49-F238E27FC236}">
                <a16:creationId xmlns:a16="http://schemas.microsoft.com/office/drawing/2014/main" id="{972E1DC5-FA7B-2B55-BE67-CB66B12D1FEA}"/>
              </a:ext>
            </a:extLst>
          </p:cNvPr>
          <p:cNvSpPr txBox="1"/>
          <p:nvPr/>
        </p:nvSpPr>
        <p:spPr>
          <a:xfrm>
            <a:off x="6531429" y="1481137"/>
            <a:ext cx="3429000" cy="3908762"/>
          </a:xfrm>
          <a:prstGeom prst="rect">
            <a:avLst/>
          </a:prstGeom>
          <a:noFill/>
        </p:spPr>
        <p:txBody>
          <a:bodyPr wrap="square" rtlCol="0">
            <a:spAutoFit/>
          </a:bodyPr>
          <a:lstStyle/>
          <a:p>
            <a:r>
              <a:rPr lang="en-US" sz="2800" dirty="0"/>
              <a:t>Motor Driver (L298N) : </a:t>
            </a:r>
          </a:p>
          <a:p>
            <a:pPr marL="342900" indent="-342900">
              <a:buFont typeface="Wingdings" panose="05000000000000000000" pitchFamily="2" charset="2"/>
              <a:buChar char="§"/>
            </a:pPr>
            <a:r>
              <a:rPr lang="en-US" sz="2400" dirty="0"/>
              <a:t>Dual H-Bridge motor driver</a:t>
            </a:r>
          </a:p>
          <a:p>
            <a:pPr marL="342900" indent="-342900">
              <a:buFont typeface="Wingdings" panose="05000000000000000000" pitchFamily="2" charset="2"/>
              <a:buChar char="§"/>
            </a:pPr>
            <a:r>
              <a:rPr lang="en-US" sz="2400" dirty="0"/>
              <a:t>Controls direction of DC motors</a:t>
            </a:r>
          </a:p>
          <a:p>
            <a:pPr marL="342900" indent="-342900">
              <a:buFont typeface="Wingdings" panose="05000000000000000000" pitchFamily="2" charset="2"/>
              <a:buChar char="§"/>
            </a:pPr>
            <a:r>
              <a:rPr lang="en-US" sz="2400" dirty="0"/>
              <a:t>Controls motor speed using PWM</a:t>
            </a:r>
          </a:p>
          <a:p>
            <a:pPr marL="342900" indent="-342900">
              <a:buFont typeface="Wingdings" panose="05000000000000000000" pitchFamily="2" charset="2"/>
              <a:buChar char="§"/>
            </a:pPr>
            <a:r>
              <a:rPr lang="en-US" sz="2400" dirty="0"/>
              <a:t>Receives commands from Arduino.</a:t>
            </a:r>
          </a:p>
        </p:txBody>
      </p:sp>
    </p:spTree>
    <p:extLst>
      <p:ext uri="{BB962C8B-B14F-4D97-AF65-F5344CB8AC3E}">
        <p14:creationId xmlns:p14="http://schemas.microsoft.com/office/powerpoint/2010/main" val="2039004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065B189-69DC-BFE2-AFCA-082BA4BA8AF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942895" y="754742"/>
            <a:ext cx="1934029" cy="1934029"/>
          </a:xfrm>
        </p:spPr>
      </p:pic>
      <p:pic>
        <p:nvPicPr>
          <p:cNvPr id="8" name="Content Placeholder 7">
            <a:extLst>
              <a:ext uri="{FF2B5EF4-FFF2-40B4-BE49-F238E27FC236}">
                <a16:creationId xmlns:a16="http://schemas.microsoft.com/office/drawing/2014/main" id="{CDF30F10-DE62-E9CF-75C1-22174A85202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9256691" y="781050"/>
            <a:ext cx="2608510" cy="1864179"/>
          </a:xfrm>
        </p:spPr>
      </p:pic>
      <p:sp>
        <p:nvSpPr>
          <p:cNvPr id="9" name="TextBox 8">
            <a:extLst>
              <a:ext uri="{FF2B5EF4-FFF2-40B4-BE49-F238E27FC236}">
                <a16:creationId xmlns:a16="http://schemas.microsoft.com/office/drawing/2014/main" id="{D9DB5162-37ED-093C-566B-94AB25C3F554}"/>
              </a:ext>
            </a:extLst>
          </p:cNvPr>
          <p:cNvSpPr txBox="1"/>
          <p:nvPr/>
        </p:nvSpPr>
        <p:spPr>
          <a:xfrm>
            <a:off x="185058" y="759277"/>
            <a:ext cx="3657600" cy="3908762"/>
          </a:xfrm>
          <a:prstGeom prst="rect">
            <a:avLst/>
          </a:prstGeom>
          <a:noFill/>
        </p:spPr>
        <p:txBody>
          <a:bodyPr wrap="square" rtlCol="0">
            <a:spAutoFit/>
          </a:bodyPr>
          <a:lstStyle/>
          <a:p>
            <a:r>
              <a:rPr lang="en-US" sz="2800" dirty="0"/>
              <a:t>Ultrasonic Sensor (HC-SR04) :</a:t>
            </a:r>
          </a:p>
          <a:p>
            <a:pPr marL="342900" indent="-342900">
              <a:buFont typeface="Wingdings" panose="05000000000000000000" pitchFamily="2" charset="2"/>
              <a:buChar char="§"/>
            </a:pPr>
            <a:r>
              <a:rPr lang="en-US" sz="2400" dirty="0"/>
              <a:t>Measures distance to obstacles</a:t>
            </a:r>
          </a:p>
          <a:p>
            <a:pPr marL="342900" indent="-342900">
              <a:buFont typeface="Wingdings" panose="05000000000000000000" pitchFamily="2" charset="2"/>
              <a:buChar char="§"/>
            </a:pPr>
            <a:r>
              <a:rPr lang="en-US" sz="2400" dirty="0"/>
              <a:t>Uses ultrasonic sound waves</a:t>
            </a:r>
          </a:p>
          <a:p>
            <a:pPr marL="342900" indent="-342900">
              <a:buFont typeface="Wingdings" panose="05000000000000000000" pitchFamily="2" charset="2"/>
              <a:buChar char="§"/>
            </a:pPr>
            <a:r>
              <a:rPr lang="en-US" sz="2400" dirty="0"/>
              <a:t>Sends echo signal to Arduino</a:t>
            </a:r>
          </a:p>
          <a:p>
            <a:pPr marL="342900" indent="-342900">
              <a:buFont typeface="Wingdings" panose="05000000000000000000" pitchFamily="2" charset="2"/>
              <a:buChar char="§"/>
            </a:pPr>
            <a:r>
              <a:rPr lang="en-US" sz="2400" dirty="0"/>
              <a:t>Enables obstacle detection.</a:t>
            </a:r>
          </a:p>
        </p:txBody>
      </p:sp>
      <p:sp>
        <p:nvSpPr>
          <p:cNvPr id="11" name="TextBox 10">
            <a:extLst>
              <a:ext uri="{FF2B5EF4-FFF2-40B4-BE49-F238E27FC236}">
                <a16:creationId xmlns:a16="http://schemas.microsoft.com/office/drawing/2014/main" id="{ED138CD7-1A62-D134-200C-A8CE6EDCDF6A}"/>
              </a:ext>
            </a:extLst>
          </p:cNvPr>
          <p:cNvSpPr txBox="1"/>
          <p:nvPr/>
        </p:nvSpPr>
        <p:spPr>
          <a:xfrm>
            <a:off x="6128657" y="781050"/>
            <a:ext cx="3037114" cy="3477875"/>
          </a:xfrm>
          <a:prstGeom prst="rect">
            <a:avLst/>
          </a:prstGeom>
          <a:noFill/>
        </p:spPr>
        <p:txBody>
          <a:bodyPr wrap="square" rtlCol="0">
            <a:spAutoFit/>
          </a:bodyPr>
          <a:lstStyle/>
          <a:p>
            <a:r>
              <a:rPr lang="en-US" sz="2800" dirty="0"/>
              <a:t>Breadboard :</a:t>
            </a:r>
          </a:p>
          <a:p>
            <a:pPr marL="342900" indent="-342900">
              <a:buFont typeface="Wingdings" panose="05000000000000000000" pitchFamily="2" charset="2"/>
              <a:buChar char="§"/>
            </a:pPr>
            <a:r>
              <a:rPr lang="en-US" sz="2400" dirty="0"/>
              <a:t>Used for temporary circuit connections</a:t>
            </a:r>
          </a:p>
          <a:p>
            <a:pPr marL="342900" indent="-342900">
              <a:buFont typeface="Wingdings" panose="05000000000000000000" pitchFamily="2" charset="2"/>
              <a:buChar char="§"/>
            </a:pPr>
            <a:r>
              <a:rPr lang="en-US" sz="2400" dirty="0"/>
              <a:t>Simplifies wiring and testing</a:t>
            </a:r>
          </a:p>
          <a:p>
            <a:pPr marL="342900" indent="-342900">
              <a:buFont typeface="Wingdings" panose="05000000000000000000" pitchFamily="2" charset="2"/>
              <a:buChar char="§"/>
            </a:pPr>
            <a:r>
              <a:rPr lang="en-US" sz="2400" dirty="0"/>
              <a:t>No soldering required</a:t>
            </a:r>
          </a:p>
          <a:p>
            <a:pPr marL="342900" indent="-342900">
              <a:buFont typeface="Wingdings" panose="05000000000000000000" pitchFamily="2" charset="2"/>
              <a:buChar char="§"/>
            </a:pPr>
            <a:r>
              <a:rPr lang="en-US" sz="2400" dirty="0"/>
              <a:t>Helps organize components.</a:t>
            </a:r>
          </a:p>
        </p:txBody>
      </p:sp>
    </p:spTree>
    <p:extLst>
      <p:ext uri="{BB962C8B-B14F-4D97-AF65-F5344CB8AC3E}">
        <p14:creationId xmlns:p14="http://schemas.microsoft.com/office/powerpoint/2010/main" val="447847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B3E0F98-0710-8680-CC86-A25F6B610DF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147457" y="764381"/>
            <a:ext cx="1860777" cy="1860777"/>
          </a:xfrm>
        </p:spPr>
      </p:pic>
      <p:pic>
        <p:nvPicPr>
          <p:cNvPr id="8" name="Content Placeholder 7">
            <a:extLst>
              <a:ext uri="{FF2B5EF4-FFF2-40B4-BE49-F238E27FC236}">
                <a16:creationId xmlns:a16="http://schemas.microsoft.com/office/drawing/2014/main" id="{4D3DAAA7-9D9C-75D8-CAD0-F5C4942A628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9318171" y="836046"/>
            <a:ext cx="2236788" cy="1754754"/>
          </a:xfrm>
        </p:spPr>
      </p:pic>
      <p:sp>
        <p:nvSpPr>
          <p:cNvPr id="9" name="TextBox 8">
            <a:extLst>
              <a:ext uri="{FF2B5EF4-FFF2-40B4-BE49-F238E27FC236}">
                <a16:creationId xmlns:a16="http://schemas.microsoft.com/office/drawing/2014/main" id="{C32FA474-D93C-77A7-2967-31F26A191978}"/>
              </a:ext>
            </a:extLst>
          </p:cNvPr>
          <p:cNvSpPr txBox="1"/>
          <p:nvPr/>
        </p:nvSpPr>
        <p:spPr>
          <a:xfrm>
            <a:off x="478971" y="849086"/>
            <a:ext cx="3581400" cy="4278094"/>
          </a:xfrm>
          <a:prstGeom prst="rect">
            <a:avLst/>
          </a:prstGeom>
          <a:noFill/>
        </p:spPr>
        <p:txBody>
          <a:bodyPr wrap="square" rtlCol="0">
            <a:spAutoFit/>
          </a:bodyPr>
          <a:lstStyle/>
          <a:p>
            <a:r>
              <a:rPr lang="en-US" sz="2800" dirty="0"/>
              <a:t>4 DC Motors &amp; Wheels :</a:t>
            </a:r>
          </a:p>
          <a:p>
            <a:pPr marL="342900" indent="-342900">
              <a:buFont typeface="Wingdings" panose="05000000000000000000" pitchFamily="2" charset="2"/>
              <a:buChar char="§"/>
            </a:pPr>
            <a:r>
              <a:rPr lang="en-US" sz="2400" dirty="0"/>
              <a:t>Provide movement to the robot</a:t>
            </a:r>
          </a:p>
          <a:p>
            <a:pPr marL="342900" indent="-342900">
              <a:buFont typeface="Wingdings" panose="05000000000000000000" pitchFamily="2" charset="2"/>
              <a:buChar char="§"/>
            </a:pPr>
            <a:r>
              <a:rPr lang="en-US" sz="2400" dirty="0"/>
              <a:t>Convert electrical energy to motion</a:t>
            </a:r>
          </a:p>
          <a:p>
            <a:pPr marL="342900" indent="-342900">
              <a:buFont typeface="Wingdings" panose="05000000000000000000" pitchFamily="2" charset="2"/>
              <a:buChar char="§"/>
            </a:pPr>
            <a:r>
              <a:rPr lang="en-US" sz="2400" dirty="0"/>
              <a:t>Controlled by motor driver</a:t>
            </a:r>
          </a:p>
          <a:p>
            <a:pPr marL="342900" indent="-342900">
              <a:buFont typeface="Wingdings" panose="05000000000000000000" pitchFamily="2" charset="2"/>
              <a:buChar char="§"/>
            </a:pPr>
            <a:r>
              <a:rPr lang="en-US" sz="2400" dirty="0"/>
              <a:t>Enable forward, backward, and turning motion.</a:t>
            </a:r>
          </a:p>
        </p:txBody>
      </p:sp>
      <p:sp>
        <p:nvSpPr>
          <p:cNvPr id="10" name="TextBox 9">
            <a:extLst>
              <a:ext uri="{FF2B5EF4-FFF2-40B4-BE49-F238E27FC236}">
                <a16:creationId xmlns:a16="http://schemas.microsoft.com/office/drawing/2014/main" id="{D544BA01-9160-58C6-24FD-BE60F5CF84BF}"/>
              </a:ext>
            </a:extLst>
          </p:cNvPr>
          <p:cNvSpPr txBox="1"/>
          <p:nvPr/>
        </p:nvSpPr>
        <p:spPr>
          <a:xfrm>
            <a:off x="6281058" y="870856"/>
            <a:ext cx="2895600" cy="4216539"/>
          </a:xfrm>
          <a:prstGeom prst="rect">
            <a:avLst/>
          </a:prstGeom>
          <a:noFill/>
        </p:spPr>
        <p:txBody>
          <a:bodyPr wrap="square" rtlCol="0">
            <a:spAutoFit/>
          </a:bodyPr>
          <a:lstStyle/>
          <a:p>
            <a:r>
              <a:rPr lang="en-US" sz="2800" dirty="0"/>
              <a:t>Switch :</a:t>
            </a:r>
          </a:p>
          <a:p>
            <a:pPr marL="342900" indent="-342900">
              <a:buFont typeface="Wingdings" panose="05000000000000000000" pitchFamily="2" charset="2"/>
              <a:buChar char="§"/>
            </a:pPr>
            <a:r>
              <a:rPr lang="en-US" sz="2400" dirty="0"/>
              <a:t>Turns the robot ON and OFF</a:t>
            </a:r>
          </a:p>
          <a:p>
            <a:pPr marL="342900" indent="-342900">
              <a:buFont typeface="Wingdings" panose="05000000000000000000" pitchFamily="2" charset="2"/>
              <a:buChar char="§"/>
            </a:pPr>
            <a:r>
              <a:rPr lang="en-US" sz="2400" dirty="0"/>
              <a:t>Controls power supply to the system</a:t>
            </a:r>
          </a:p>
          <a:p>
            <a:pPr marL="342900" indent="-342900">
              <a:buFont typeface="Wingdings" panose="05000000000000000000" pitchFamily="2" charset="2"/>
              <a:buChar char="§"/>
            </a:pPr>
            <a:r>
              <a:rPr lang="en-US" sz="2400" dirty="0"/>
              <a:t>Improves safety and usability</a:t>
            </a:r>
          </a:p>
          <a:p>
            <a:pPr marL="342900" indent="-342900">
              <a:buFont typeface="Wingdings" panose="05000000000000000000" pitchFamily="2" charset="2"/>
              <a:buChar char="§"/>
            </a:pPr>
            <a:r>
              <a:rPr lang="en-US" sz="2400" dirty="0"/>
              <a:t>Prevents unnecessary battery drain.</a:t>
            </a:r>
          </a:p>
        </p:txBody>
      </p:sp>
    </p:spTree>
    <p:extLst>
      <p:ext uri="{BB962C8B-B14F-4D97-AF65-F5344CB8AC3E}">
        <p14:creationId xmlns:p14="http://schemas.microsoft.com/office/powerpoint/2010/main" val="956427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6E66B8-F890-C0D6-1B16-590722C06D80}"/>
              </a:ext>
            </a:extLst>
          </p:cNvPr>
          <p:cNvSpPr txBox="1"/>
          <p:nvPr/>
        </p:nvSpPr>
        <p:spPr>
          <a:xfrm>
            <a:off x="740227" y="179249"/>
            <a:ext cx="5105402" cy="6678751"/>
          </a:xfrm>
          <a:prstGeom prst="rect">
            <a:avLst/>
          </a:prstGeom>
          <a:noFill/>
        </p:spPr>
        <p:txBody>
          <a:bodyPr wrap="square" rtlCol="0">
            <a:spAutoFit/>
          </a:bodyPr>
          <a:lstStyle/>
          <a:p>
            <a:r>
              <a:rPr lang="en-US" sz="1600" dirty="0"/>
              <a:t>#define </a:t>
            </a:r>
            <a:r>
              <a:rPr lang="en-US" sz="1600" dirty="0" err="1"/>
              <a:t>trigPin</a:t>
            </a:r>
            <a:r>
              <a:rPr lang="en-US" sz="1600" dirty="0"/>
              <a:t> 4</a:t>
            </a:r>
          </a:p>
          <a:p>
            <a:r>
              <a:rPr lang="en-US" sz="1600" dirty="0"/>
              <a:t>#define </a:t>
            </a:r>
            <a:r>
              <a:rPr lang="en-US" sz="1600" dirty="0" err="1"/>
              <a:t>echoPin</a:t>
            </a:r>
            <a:r>
              <a:rPr lang="en-US" sz="1600" dirty="0"/>
              <a:t> 3</a:t>
            </a:r>
          </a:p>
          <a:p>
            <a:endParaRPr lang="en-US" sz="1600" dirty="0"/>
          </a:p>
          <a:p>
            <a:r>
              <a:rPr lang="en-US" sz="1600" dirty="0"/>
              <a:t>// L298N</a:t>
            </a:r>
          </a:p>
          <a:p>
            <a:r>
              <a:rPr lang="en-US" sz="1600" dirty="0"/>
              <a:t>#define ENA 5</a:t>
            </a:r>
          </a:p>
          <a:p>
            <a:r>
              <a:rPr lang="en-US" sz="1600" dirty="0"/>
              <a:t>#define ENB 6</a:t>
            </a:r>
          </a:p>
          <a:p>
            <a:r>
              <a:rPr lang="en-US" sz="1600" dirty="0"/>
              <a:t>#define IN1 8</a:t>
            </a:r>
          </a:p>
          <a:p>
            <a:r>
              <a:rPr lang="en-US" sz="1600" dirty="0"/>
              <a:t>#define IN2 9</a:t>
            </a:r>
          </a:p>
          <a:p>
            <a:r>
              <a:rPr lang="en-US" sz="1600" dirty="0"/>
              <a:t>#define IN3 10</a:t>
            </a:r>
          </a:p>
          <a:p>
            <a:r>
              <a:rPr lang="en-US" sz="1600" dirty="0"/>
              <a:t>#define IN4 11</a:t>
            </a:r>
          </a:p>
          <a:p>
            <a:endParaRPr lang="en-US" sz="1600" dirty="0"/>
          </a:p>
          <a:p>
            <a:endParaRPr lang="en-US" sz="1600" dirty="0"/>
          </a:p>
          <a:p>
            <a:r>
              <a:rPr lang="en-US" sz="1600" dirty="0"/>
              <a:t>long duration;</a:t>
            </a:r>
          </a:p>
          <a:p>
            <a:r>
              <a:rPr lang="en-US" sz="1600" dirty="0"/>
              <a:t>int d1, d2, distance;</a:t>
            </a:r>
          </a:p>
          <a:p>
            <a:endParaRPr lang="en-US" sz="1600" dirty="0"/>
          </a:p>
          <a:p>
            <a:r>
              <a:rPr lang="en-US" sz="1600" dirty="0"/>
              <a:t>int </a:t>
            </a:r>
            <a:r>
              <a:rPr lang="en-US" sz="1600" dirty="0" err="1"/>
              <a:t>readDistance</a:t>
            </a:r>
            <a:r>
              <a:rPr lang="en-US" sz="1600" dirty="0"/>
              <a:t>() {</a:t>
            </a:r>
          </a:p>
          <a:p>
            <a:r>
              <a:rPr lang="en-US" sz="1600" dirty="0"/>
              <a:t>  </a:t>
            </a:r>
            <a:r>
              <a:rPr lang="en-US" sz="1600" dirty="0" err="1"/>
              <a:t>digitalWrite</a:t>
            </a:r>
            <a:r>
              <a:rPr lang="en-US" sz="1600" dirty="0"/>
              <a:t>(</a:t>
            </a:r>
            <a:r>
              <a:rPr lang="en-US" sz="1600" dirty="0" err="1"/>
              <a:t>trigPin</a:t>
            </a:r>
            <a:r>
              <a:rPr lang="en-US" sz="1600" dirty="0"/>
              <a:t>, LOW);</a:t>
            </a:r>
          </a:p>
          <a:p>
            <a:r>
              <a:rPr lang="en-US" sz="1600" dirty="0"/>
              <a:t>  </a:t>
            </a:r>
            <a:r>
              <a:rPr lang="en-US" sz="1600" dirty="0" err="1"/>
              <a:t>delayMicroseconds</a:t>
            </a:r>
            <a:r>
              <a:rPr lang="en-US" sz="1600" dirty="0"/>
              <a:t>(2);</a:t>
            </a:r>
          </a:p>
          <a:p>
            <a:r>
              <a:rPr lang="en-US" sz="1600" dirty="0"/>
              <a:t>  </a:t>
            </a:r>
            <a:r>
              <a:rPr lang="en-US" sz="1600" dirty="0" err="1"/>
              <a:t>digitalWrite</a:t>
            </a:r>
            <a:r>
              <a:rPr lang="en-US" sz="1600" dirty="0"/>
              <a:t>(</a:t>
            </a:r>
            <a:r>
              <a:rPr lang="en-US" sz="1600" dirty="0" err="1"/>
              <a:t>trigPin</a:t>
            </a:r>
            <a:r>
              <a:rPr lang="en-US" sz="1600" dirty="0"/>
              <a:t>, HIGH);</a:t>
            </a:r>
          </a:p>
          <a:p>
            <a:r>
              <a:rPr lang="en-US" sz="1600" dirty="0"/>
              <a:t>  </a:t>
            </a:r>
            <a:r>
              <a:rPr lang="en-US" sz="1600" dirty="0" err="1"/>
              <a:t>delayMicroseconds</a:t>
            </a:r>
            <a:r>
              <a:rPr lang="en-US" sz="1600" dirty="0"/>
              <a:t>(10);</a:t>
            </a:r>
          </a:p>
          <a:p>
            <a:r>
              <a:rPr lang="en-US" sz="1600" dirty="0"/>
              <a:t>  </a:t>
            </a:r>
            <a:r>
              <a:rPr lang="en-US" sz="1600" dirty="0" err="1"/>
              <a:t>digitalWrite</a:t>
            </a:r>
            <a:r>
              <a:rPr lang="en-US" sz="1600" dirty="0"/>
              <a:t>(</a:t>
            </a:r>
            <a:r>
              <a:rPr lang="en-US" sz="1600" dirty="0" err="1"/>
              <a:t>trigPin</a:t>
            </a:r>
            <a:r>
              <a:rPr lang="en-US" sz="1600" dirty="0"/>
              <a:t>, LOW);</a:t>
            </a:r>
          </a:p>
          <a:p>
            <a:endParaRPr lang="en-US" sz="1600" dirty="0"/>
          </a:p>
          <a:p>
            <a:r>
              <a:rPr lang="en-US" sz="1600" dirty="0"/>
              <a:t>  duration = </a:t>
            </a:r>
            <a:r>
              <a:rPr lang="en-US" sz="1600" dirty="0" err="1"/>
              <a:t>pulseIn</a:t>
            </a:r>
            <a:r>
              <a:rPr lang="en-US" sz="1600" dirty="0"/>
              <a:t>(</a:t>
            </a:r>
            <a:r>
              <a:rPr lang="en-US" sz="1600" dirty="0" err="1"/>
              <a:t>echoPin</a:t>
            </a:r>
            <a:r>
              <a:rPr lang="en-US" sz="1600" dirty="0"/>
              <a:t>, HIGH, 30000);</a:t>
            </a:r>
          </a:p>
          <a:p>
            <a:r>
              <a:rPr lang="en-US" sz="1600" dirty="0"/>
              <a:t>  if (duration == 0) return 100;</a:t>
            </a:r>
          </a:p>
          <a:p>
            <a:r>
              <a:rPr lang="en-US" sz="1600" dirty="0"/>
              <a:t>  return duration * 0.034 / 2;</a:t>
            </a:r>
          </a:p>
          <a:p>
            <a:r>
              <a:rPr lang="en-US" sz="1600" dirty="0"/>
              <a:t>}</a:t>
            </a:r>
          </a:p>
          <a:p>
            <a:endParaRPr lang="en-US" sz="1200" dirty="0"/>
          </a:p>
        </p:txBody>
      </p:sp>
      <p:sp>
        <p:nvSpPr>
          <p:cNvPr id="4" name="TextBox 3">
            <a:extLst>
              <a:ext uri="{FF2B5EF4-FFF2-40B4-BE49-F238E27FC236}">
                <a16:creationId xmlns:a16="http://schemas.microsoft.com/office/drawing/2014/main" id="{C1B3D385-B20D-C1BC-A57E-FEF3E1DE3B81}"/>
              </a:ext>
            </a:extLst>
          </p:cNvPr>
          <p:cNvSpPr txBox="1"/>
          <p:nvPr/>
        </p:nvSpPr>
        <p:spPr>
          <a:xfrm>
            <a:off x="6477001" y="174171"/>
            <a:ext cx="5214256" cy="6494085"/>
          </a:xfrm>
          <a:prstGeom prst="rect">
            <a:avLst/>
          </a:prstGeom>
          <a:noFill/>
        </p:spPr>
        <p:txBody>
          <a:bodyPr wrap="square" rtlCol="0">
            <a:spAutoFit/>
          </a:bodyPr>
          <a:lstStyle/>
          <a:p>
            <a:r>
              <a:rPr lang="en-US" sz="1600" dirty="0"/>
              <a:t>void forward() {</a:t>
            </a:r>
          </a:p>
          <a:p>
            <a:r>
              <a:rPr lang="en-US" sz="1600" dirty="0"/>
              <a:t>  </a:t>
            </a:r>
            <a:r>
              <a:rPr lang="en-US" sz="1600" dirty="0" err="1"/>
              <a:t>digitalWrite</a:t>
            </a:r>
            <a:r>
              <a:rPr lang="en-US" sz="1600" dirty="0"/>
              <a:t>(ENA, HIGH);</a:t>
            </a:r>
          </a:p>
          <a:p>
            <a:r>
              <a:rPr lang="en-US" sz="1600" dirty="0"/>
              <a:t>  </a:t>
            </a:r>
            <a:r>
              <a:rPr lang="en-US" sz="1600" dirty="0" err="1"/>
              <a:t>digitalWrite</a:t>
            </a:r>
            <a:r>
              <a:rPr lang="en-US" sz="1600" dirty="0"/>
              <a:t>(ENB, HIGH);</a:t>
            </a:r>
          </a:p>
          <a:p>
            <a:r>
              <a:rPr lang="en-US" sz="1600" dirty="0"/>
              <a:t>  </a:t>
            </a:r>
            <a:r>
              <a:rPr lang="en-US" sz="1600" dirty="0" err="1"/>
              <a:t>digitalWrite</a:t>
            </a:r>
            <a:r>
              <a:rPr lang="en-US" sz="1600" dirty="0"/>
              <a:t>(IN1, HIGH);</a:t>
            </a:r>
          </a:p>
          <a:p>
            <a:r>
              <a:rPr lang="en-US" sz="1600" dirty="0"/>
              <a:t>  </a:t>
            </a:r>
            <a:r>
              <a:rPr lang="en-US" sz="1600" dirty="0" err="1"/>
              <a:t>digitalWrite</a:t>
            </a:r>
            <a:r>
              <a:rPr lang="en-US" sz="1600" dirty="0"/>
              <a:t>(IN2, LOW);</a:t>
            </a:r>
          </a:p>
          <a:p>
            <a:r>
              <a:rPr lang="en-US" sz="1600" dirty="0"/>
              <a:t>  </a:t>
            </a:r>
            <a:r>
              <a:rPr lang="en-US" sz="1600" dirty="0" err="1"/>
              <a:t>digitalWrite</a:t>
            </a:r>
            <a:r>
              <a:rPr lang="en-US" sz="1600" dirty="0"/>
              <a:t>(IN3, HIGH);</a:t>
            </a:r>
          </a:p>
          <a:p>
            <a:r>
              <a:rPr lang="en-US" sz="1600" dirty="0"/>
              <a:t>  </a:t>
            </a:r>
            <a:r>
              <a:rPr lang="en-US" sz="1600" dirty="0" err="1"/>
              <a:t>digitalWrite</a:t>
            </a:r>
            <a:r>
              <a:rPr lang="en-US" sz="1600" dirty="0"/>
              <a:t>(IN4, LOW);</a:t>
            </a:r>
          </a:p>
          <a:p>
            <a:r>
              <a:rPr lang="en-US" sz="1600" dirty="0"/>
              <a:t>}</a:t>
            </a:r>
          </a:p>
          <a:p>
            <a:endParaRPr lang="en-US" sz="1600" dirty="0"/>
          </a:p>
          <a:p>
            <a:r>
              <a:rPr lang="en-US" sz="1600" dirty="0"/>
              <a:t>void backward() {</a:t>
            </a:r>
          </a:p>
          <a:p>
            <a:r>
              <a:rPr lang="en-US" sz="1600" dirty="0"/>
              <a:t>  </a:t>
            </a:r>
            <a:r>
              <a:rPr lang="en-US" sz="1600" dirty="0" err="1"/>
              <a:t>digitalWrite</a:t>
            </a:r>
            <a:r>
              <a:rPr lang="en-US" sz="1600" dirty="0"/>
              <a:t>(ENA, HIGH);</a:t>
            </a:r>
          </a:p>
          <a:p>
            <a:r>
              <a:rPr lang="en-US" sz="1600" dirty="0"/>
              <a:t>  </a:t>
            </a:r>
            <a:r>
              <a:rPr lang="en-US" sz="1600" dirty="0" err="1"/>
              <a:t>digitalWrite</a:t>
            </a:r>
            <a:r>
              <a:rPr lang="en-US" sz="1600" dirty="0"/>
              <a:t>(ENB, HIGH);</a:t>
            </a:r>
          </a:p>
          <a:p>
            <a:r>
              <a:rPr lang="en-US" sz="1600" dirty="0"/>
              <a:t>  </a:t>
            </a:r>
            <a:r>
              <a:rPr lang="en-US" sz="1600" dirty="0" err="1"/>
              <a:t>digitalWrite</a:t>
            </a:r>
            <a:r>
              <a:rPr lang="en-US" sz="1600" dirty="0"/>
              <a:t>(IN1, LOW);</a:t>
            </a:r>
          </a:p>
          <a:p>
            <a:r>
              <a:rPr lang="en-US" sz="1600" dirty="0"/>
              <a:t>  </a:t>
            </a:r>
            <a:r>
              <a:rPr lang="en-US" sz="1600" dirty="0" err="1"/>
              <a:t>digitalWrite</a:t>
            </a:r>
            <a:r>
              <a:rPr lang="en-US" sz="1600" dirty="0"/>
              <a:t>(IN2, HIGH);</a:t>
            </a:r>
          </a:p>
          <a:p>
            <a:r>
              <a:rPr lang="en-US" sz="1600" dirty="0"/>
              <a:t>  </a:t>
            </a:r>
            <a:r>
              <a:rPr lang="en-US" sz="1600" dirty="0" err="1"/>
              <a:t>digitalWrite</a:t>
            </a:r>
            <a:r>
              <a:rPr lang="en-US" sz="1600" dirty="0"/>
              <a:t>(IN3, LOW);</a:t>
            </a:r>
          </a:p>
          <a:p>
            <a:r>
              <a:rPr lang="en-US" sz="1600" dirty="0"/>
              <a:t>  </a:t>
            </a:r>
            <a:r>
              <a:rPr lang="en-US" sz="1600" dirty="0" err="1"/>
              <a:t>digitalWrite</a:t>
            </a:r>
            <a:r>
              <a:rPr lang="en-US" sz="1600" dirty="0"/>
              <a:t>(IN4, HIGH);</a:t>
            </a:r>
          </a:p>
          <a:p>
            <a:r>
              <a:rPr lang="en-US" sz="1600" dirty="0"/>
              <a:t>}</a:t>
            </a:r>
          </a:p>
          <a:p>
            <a:endParaRPr lang="en-US" sz="1600" dirty="0"/>
          </a:p>
          <a:p>
            <a:r>
              <a:rPr lang="en-US" sz="1600" dirty="0"/>
              <a:t>void </a:t>
            </a:r>
            <a:r>
              <a:rPr lang="en-US" sz="1600" dirty="0" err="1"/>
              <a:t>rightTurn</a:t>
            </a:r>
            <a:r>
              <a:rPr lang="en-US" sz="1600" dirty="0"/>
              <a:t>() {</a:t>
            </a:r>
          </a:p>
          <a:p>
            <a:r>
              <a:rPr lang="en-US" sz="1600" dirty="0"/>
              <a:t>  </a:t>
            </a:r>
            <a:r>
              <a:rPr lang="en-US" sz="1600" dirty="0" err="1"/>
              <a:t>digitalWrite</a:t>
            </a:r>
            <a:r>
              <a:rPr lang="en-US" sz="1600" dirty="0"/>
              <a:t>(ENA, HIGH);</a:t>
            </a:r>
          </a:p>
          <a:p>
            <a:r>
              <a:rPr lang="en-US" sz="1600" dirty="0"/>
              <a:t>  </a:t>
            </a:r>
            <a:r>
              <a:rPr lang="en-US" sz="1600" dirty="0" err="1"/>
              <a:t>digitalWrite</a:t>
            </a:r>
            <a:r>
              <a:rPr lang="en-US" sz="1600" dirty="0"/>
              <a:t>(ENB, HIGH);</a:t>
            </a:r>
          </a:p>
          <a:p>
            <a:r>
              <a:rPr lang="en-US" sz="1600" dirty="0"/>
              <a:t>  </a:t>
            </a:r>
            <a:r>
              <a:rPr lang="en-US" sz="1600" dirty="0" err="1"/>
              <a:t>digitalWrite</a:t>
            </a:r>
            <a:r>
              <a:rPr lang="en-US" sz="1600" dirty="0"/>
              <a:t>(IN1, HIGH);</a:t>
            </a:r>
          </a:p>
          <a:p>
            <a:r>
              <a:rPr lang="en-US" sz="1600" dirty="0"/>
              <a:t>  </a:t>
            </a:r>
            <a:r>
              <a:rPr lang="en-US" sz="1600" dirty="0" err="1"/>
              <a:t>digitalWrite</a:t>
            </a:r>
            <a:r>
              <a:rPr lang="en-US" sz="1600" dirty="0"/>
              <a:t>(IN2, LOW);</a:t>
            </a:r>
          </a:p>
          <a:p>
            <a:r>
              <a:rPr lang="en-US" sz="1600" dirty="0"/>
              <a:t>  </a:t>
            </a:r>
            <a:r>
              <a:rPr lang="en-US" sz="1600" dirty="0" err="1"/>
              <a:t>digitalWrite</a:t>
            </a:r>
            <a:r>
              <a:rPr lang="en-US" sz="1600" dirty="0"/>
              <a:t>(IN3, LOW);</a:t>
            </a:r>
          </a:p>
          <a:p>
            <a:r>
              <a:rPr lang="en-US" sz="1600" dirty="0"/>
              <a:t>  </a:t>
            </a:r>
            <a:r>
              <a:rPr lang="en-US" sz="1600" dirty="0" err="1"/>
              <a:t>digitalWrite</a:t>
            </a:r>
            <a:r>
              <a:rPr lang="en-US" sz="1600" dirty="0"/>
              <a:t>(IN4, HIGH);</a:t>
            </a:r>
          </a:p>
          <a:p>
            <a:r>
              <a:rPr lang="en-US" sz="1600" dirty="0"/>
              <a:t>}</a:t>
            </a:r>
          </a:p>
        </p:txBody>
      </p:sp>
    </p:spTree>
    <p:extLst>
      <p:ext uri="{BB962C8B-B14F-4D97-AF65-F5344CB8AC3E}">
        <p14:creationId xmlns:p14="http://schemas.microsoft.com/office/powerpoint/2010/main" val="1647090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605B02-4495-5905-34E1-750D06AB38F3}"/>
              </a:ext>
            </a:extLst>
          </p:cNvPr>
          <p:cNvSpPr txBox="1"/>
          <p:nvPr/>
        </p:nvSpPr>
        <p:spPr>
          <a:xfrm>
            <a:off x="555172" y="272141"/>
            <a:ext cx="5203371" cy="6986528"/>
          </a:xfrm>
          <a:prstGeom prst="rect">
            <a:avLst/>
          </a:prstGeom>
          <a:noFill/>
        </p:spPr>
        <p:txBody>
          <a:bodyPr wrap="square" rtlCol="0">
            <a:spAutoFit/>
          </a:bodyPr>
          <a:lstStyle/>
          <a:p>
            <a:r>
              <a:rPr lang="en-US" sz="1600" dirty="0"/>
              <a:t>void </a:t>
            </a:r>
            <a:r>
              <a:rPr lang="en-US" sz="1600" dirty="0" err="1"/>
              <a:t>stopCar</a:t>
            </a:r>
            <a:r>
              <a:rPr lang="en-US" sz="1600" dirty="0"/>
              <a:t>() {</a:t>
            </a:r>
          </a:p>
          <a:p>
            <a:r>
              <a:rPr lang="en-US" sz="1600" dirty="0"/>
              <a:t>  </a:t>
            </a:r>
            <a:r>
              <a:rPr lang="en-US" sz="1600" dirty="0" err="1"/>
              <a:t>digitalWrite</a:t>
            </a:r>
            <a:r>
              <a:rPr lang="en-US" sz="1600" dirty="0"/>
              <a:t>(IN1, LOW);</a:t>
            </a:r>
          </a:p>
          <a:p>
            <a:r>
              <a:rPr lang="en-US" sz="1600" dirty="0"/>
              <a:t>  </a:t>
            </a:r>
            <a:r>
              <a:rPr lang="en-US" sz="1600" dirty="0" err="1"/>
              <a:t>digitalWrite</a:t>
            </a:r>
            <a:r>
              <a:rPr lang="en-US" sz="1600" dirty="0"/>
              <a:t>(IN2, LOW);</a:t>
            </a:r>
          </a:p>
          <a:p>
            <a:r>
              <a:rPr lang="en-US" sz="1600" dirty="0"/>
              <a:t>  </a:t>
            </a:r>
            <a:r>
              <a:rPr lang="en-US" sz="1600" dirty="0" err="1"/>
              <a:t>digitalWrite</a:t>
            </a:r>
            <a:r>
              <a:rPr lang="en-US" sz="1600" dirty="0"/>
              <a:t>(IN3, LOW);</a:t>
            </a:r>
          </a:p>
          <a:p>
            <a:r>
              <a:rPr lang="en-US" sz="1600" dirty="0"/>
              <a:t>  </a:t>
            </a:r>
            <a:r>
              <a:rPr lang="en-US" sz="1600" dirty="0" err="1"/>
              <a:t>digitalWrite</a:t>
            </a:r>
            <a:r>
              <a:rPr lang="en-US" sz="1600" dirty="0"/>
              <a:t>(IN4, LOW);</a:t>
            </a:r>
          </a:p>
          <a:p>
            <a:r>
              <a:rPr lang="en-US" sz="1600" dirty="0"/>
              <a:t>}</a:t>
            </a:r>
          </a:p>
          <a:p>
            <a:endParaRPr lang="en-US" sz="1600" dirty="0"/>
          </a:p>
          <a:p>
            <a:r>
              <a:rPr lang="en-US" sz="1600" dirty="0"/>
              <a:t>void setup() {</a:t>
            </a:r>
          </a:p>
          <a:p>
            <a:r>
              <a:rPr lang="en-US" sz="1600" dirty="0"/>
              <a:t>  </a:t>
            </a:r>
            <a:r>
              <a:rPr lang="en-US" sz="1600" dirty="0" err="1"/>
              <a:t>pinMode</a:t>
            </a:r>
            <a:r>
              <a:rPr lang="en-US" sz="1600" dirty="0"/>
              <a:t>(</a:t>
            </a:r>
            <a:r>
              <a:rPr lang="en-US" sz="1600" dirty="0" err="1"/>
              <a:t>trigPin</a:t>
            </a:r>
            <a:r>
              <a:rPr lang="en-US" sz="1600" dirty="0"/>
              <a:t>, OUTPUT);</a:t>
            </a:r>
          </a:p>
          <a:p>
            <a:r>
              <a:rPr lang="en-US" sz="1600" dirty="0"/>
              <a:t>  </a:t>
            </a:r>
            <a:r>
              <a:rPr lang="en-US" sz="1600" dirty="0" err="1"/>
              <a:t>pinMode</a:t>
            </a:r>
            <a:r>
              <a:rPr lang="en-US" sz="1600" dirty="0"/>
              <a:t>(</a:t>
            </a:r>
            <a:r>
              <a:rPr lang="en-US" sz="1600" dirty="0" err="1"/>
              <a:t>echoPin</a:t>
            </a:r>
            <a:r>
              <a:rPr lang="en-US" sz="1600" dirty="0"/>
              <a:t>, INPUT);</a:t>
            </a:r>
          </a:p>
          <a:p>
            <a:endParaRPr lang="en-US" sz="1600" dirty="0"/>
          </a:p>
          <a:p>
            <a:r>
              <a:rPr lang="en-US" sz="1600" dirty="0"/>
              <a:t>  </a:t>
            </a:r>
            <a:r>
              <a:rPr lang="en-US" sz="1600" dirty="0" err="1"/>
              <a:t>pinMode</a:t>
            </a:r>
            <a:r>
              <a:rPr lang="en-US" sz="1600" dirty="0"/>
              <a:t>(ENA, OUTPUT);</a:t>
            </a:r>
          </a:p>
          <a:p>
            <a:r>
              <a:rPr lang="en-US" sz="1600" dirty="0"/>
              <a:t>  </a:t>
            </a:r>
            <a:r>
              <a:rPr lang="en-US" sz="1600" dirty="0" err="1"/>
              <a:t>pinMode</a:t>
            </a:r>
            <a:r>
              <a:rPr lang="en-US" sz="1600" dirty="0"/>
              <a:t>(ENB, OUTPUT);</a:t>
            </a:r>
          </a:p>
          <a:p>
            <a:r>
              <a:rPr lang="en-US" sz="1600" dirty="0"/>
              <a:t>  </a:t>
            </a:r>
            <a:r>
              <a:rPr lang="en-US" sz="1600" dirty="0" err="1"/>
              <a:t>pinMode</a:t>
            </a:r>
            <a:r>
              <a:rPr lang="en-US" sz="1600" dirty="0"/>
              <a:t>(IN1, OUTPUT);</a:t>
            </a:r>
          </a:p>
          <a:p>
            <a:r>
              <a:rPr lang="en-US" sz="1600" dirty="0"/>
              <a:t>  </a:t>
            </a:r>
            <a:r>
              <a:rPr lang="en-US" sz="1600" dirty="0" err="1"/>
              <a:t>pinMode</a:t>
            </a:r>
            <a:r>
              <a:rPr lang="en-US" sz="1600" dirty="0"/>
              <a:t>(IN2, OUTPUT);</a:t>
            </a:r>
          </a:p>
          <a:p>
            <a:r>
              <a:rPr lang="en-US" sz="1600" dirty="0"/>
              <a:t>  </a:t>
            </a:r>
            <a:r>
              <a:rPr lang="en-US" sz="1600" dirty="0" err="1"/>
              <a:t>pinMode</a:t>
            </a:r>
            <a:r>
              <a:rPr lang="en-US" sz="1600" dirty="0"/>
              <a:t>(IN3, OUTPUT);</a:t>
            </a:r>
          </a:p>
          <a:p>
            <a:r>
              <a:rPr lang="en-US" sz="1600" dirty="0"/>
              <a:t>  </a:t>
            </a:r>
            <a:r>
              <a:rPr lang="en-US" sz="1600" dirty="0" err="1"/>
              <a:t>pinMode</a:t>
            </a:r>
            <a:r>
              <a:rPr lang="en-US" sz="1600" dirty="0"/>
              <a:t>(IN4, OUTPUT);</a:t>
            </a:r>
          </a:p>
          <a:p>
            <a:endParaRPr lang="en-US" sz="1600" dirty="0"/>
          </a:p>
          <a:p>
            <a:r>
              <a:rPr lang="en-US" sz="1600" dirty="0"/>
              <a:t>  </a:t>
            </a:r>
            <a:r>
              <a:rPr lang="en-US" sz="1600" dirty="0" err="1"/>
              <a:t>Serial.begin</a:t>
            </a:r>
            <a:r>
              <a:rPr lang="en-US" sz="1600" dirty="0"/>
              <a:t>(9600);</a:t>
            </a:r>
          </a:p>
          <a:p>
            <a:r>
              <a:rPr lang="en-US" sz="1600" dirty="0"/>
              <a:t>} void loop() {</a:t>
            </a:r>
          </a:p>
          <a:p>
            <a:endParaRPr lang="ar-SA" sz="1600" dirty="0"/>
          </a:p>
          <a:p>
            <a:r>
              <a:rPr lang="ar-SA" sz="1600" dirty="0"/>
              <a:t>  </a:t>
            </a:r>
            <a:r>
              <a:rPr lang="en-US" sz="1600" dirty="0"/>
              <a:t>d1 = </a:t>
            </a:r>
            <a:r>
              <a:rPr lang="en-US" sz="1600" dirty="0" err="1"/>
              <a:t>readDistance</a:t>
            </a:r>
            <a:r>
              <a:rPr lang="en-US" sz="1600" dirty="0"/>
              <a:t>();</a:t>
            </a:r>
          </a:p>
          <a:p>
            <a:r>
              <a:rPr lang="en-US" sz="1600" dirty="0"/>
              <a:t>  delay(50);</a:t>
            </a:r>
          </a:p>
          <a:p>
            <a:r>
              <a:rPr lang="en-US" sz="1600" dirty="0"/>
              <a:t>  d2 = </a:t>
            </a:r>
            <a:r>
              <a:rPr lang="en-US" sz="1600" dirty="0" err="1"/>
              <a:t>readDistance</a:t>
            </a:r>
            <a:r>
              <a:rPr lang="en-US" sz="1600" dirty="0"/>
              <a:t>();</a:t>
            </a:r>
          </a:p>
          <a:p>
            <a:endParaRPr lang="en-US" sz="1600" dirty="0"/>
          </a:p>
          <a:p>
            <a:r>
              <a:rPr lang="en-US" sz="1600" dirty="0"/>
              <a:t>  distance = min(d1, d2);</a:t>
            </a:r>
          </a:p>
          <a:p>
            <a:endParaRPr lang="en-US" sz="1600" dirty="0"/>
          </a:p>
          <a:p>
            <a:r>
              <a:rPr lang="en-US" sz="1600" dirty="0"/>
              <a:t> </a:t>
            </a:r>
          </a:p>
        </p:txBody>
      </p:sp>
      <p:sp>
        <p:nvSpPr>
          <p:cNvPr id="3" name="TextBox 2">
            <a:extLst>
              <a:ext uri="{FF2B5EF4-FFF2-40B4-BE49-F238E27FC236}">
                <a16:creationId xmlns:a16="http://schemas.microsoft.com/office/drawing/2014/main" id="{53114DAA-8212-4053-16F0-12C7DC5DF641}"/>
              </a:ext>
            </a:extLst>
          </p:cNvPr>
          <p:cNvSpPr txBox="1"/>
          <p:nvPr/>
        </p:nvSpPr>
        <p:spPr>
          <a:xfrm>
            <a:off x="5769429" y="435428"/>
            <a:ext cx="5889171" cy="4770537"/>
          </a:xfrm>
          <a:prstGeom prst="rect">
            <a:avLst/>
          </a:prstGeom>
          <a:noFill/>
        </p:spPr>
        <p:txBody>
          <a:bodyPr wrap="square" rtlCol="0">
            <a:spAutoFit/>
          </a:bodyPr>
          <a:lstStyle/>
          <a:p>
            <a:r>
              <a:rPr lang="en-US" sz="1600" dirty="0"/>
              <a:t> </a:t>
            </a:r>
            <a:r>
              <a:rPr lang="en-US" sz="1600" dirty="0" err="1"/>
              <a:t>Serial.print</a:t>
            </a:r>
            <a:r>
              <a:rPr lang="en-US" sz="1600" dirty="0"/>
              <a:t>("Distance: ");</a:t>
            </a:r>
          </a:p>
          <a:p>
            <a:r>
              <a:rPr lang="en-US" sz="1600" dirty="0"/>
              <a:t>  </a:t>
            </a:r>
            <a:r>
              <a:rPr lang="en-US" sz="1600" dirty="0" err="1"/>
              <a:t>Serial.println</a:t>
            </a:r>
            <a:r>
              <a:rPr lang="en-US" sz="1600" dirty="0"/>
              <a:t>(distance);</a:t>
            </a:r>
          </a:p>
          <a:p>
            <a:endParaRPr lang="en-US" sz="1600" dirty="0"/>
          </a:p>
          <a:p>
            <a:r>
              <a:rPr lang="en-US" sz="1600" dirty="0"/>
              <a:t>  if (distance &gt; 25) {</a:t>
            </a:r>
          </a:p>
          <a:p>
            <a:r>
              <a:rPr lang="en-US" sz="1600" dirty="0"/>
              <a:t>    forward();  </a:t>
            </a:r>
          </a:p>
          <a:p>
            <a:r>
              <a:rPr lang="en-US" sz="1600" dirty="0"/>
              <a:t>  }</a:t>
            </a:r>
          </a:p>
          <a:p>
            <a:endParaRPr lang="en-US" sz="1600" dirty="0"/>
          </a:p>
          <a:p>
            <a:r>
              <a:rPr lang="en-US" sz="1600" dirty="0"/>
              <a:t>else {</a:t>
            </a:r>
          </a:p>
          <a:p>
            <a:r>
              <a:rPr lang="en-US" sz="1600" dirty="0"/>
              <a:t>   </a:t>
            </a:r>
          </a:p>
          <a:p>
            <a:r>
              <a:rPr lang="en-US" sz="1600" dirty="0"/>
              <a:t>    </a:t>
            </a:r>
            <a:r>
              <a:rPr lang="en-US" sz="1600" dirty="0" err="1"/>
              <a:t>stopCar</a:t>
            </a:r>
            <a:r>
              <a:rPr lang="en-US" sz="1600" dirty="0"/>
              <a:t>();</a:t>
            </a:r>
          </a:p>
          <a:p>
            <a:r>
              <a:rPr lang="en-US" sz="1600" dirty="0"/>
              <a:t>    delay(200);</a:t>
            </a:r>
          </a:p>
          <a:p>
            <a:endParaRPr lang="en-US" sz="1600" dirty="0"/>
          </a:p>
          <a:p>
            <a:r>
              <a:rPr lang="en-US" sz="1600" dirty="0"/>
              <a:t>    backward(); </a:t>
            </a:r>
            <a:endParaRPr lang="ar-SA" sz="1600" dirty="0"/>
          </a:p>
          <a:p>
            <a:r>
              <a:rPr lang="ar-SA" sz="1600" dirty="0"/>
              <a:t>    </a:t>
            </a:r>
            <a:r>
              <a:rPr lang="en-US" sz="1600" dirty="0"/>
              <a:t>delay(700);</a:t>
            </a:r>
          </a:p>
          <a:p>
            <a:endParaRPr lang="en-US" sz="1600" dirty="0"/>
          </a:p>
          <a:p>
            <a:r>
              <a:rPr lang="en-US" sz="1600" dirty="0"/>
              <a:t>    </a:t>
            </a:r>
            <a:r>
              <a:rPr lang="en-US" sz="1600" dirty="0" err="1"/>
              <a:t>rightTurn</a:t>
            </a:r>
            <a:r>
              <a:rPr lang="en-US" sz="1600" dirty="0"/>
              <a:t>();</a:t>
            </a:r>
          </a:p>
          <a:p>
            <a:r>
              <a:rPr lang="en-US" sz="1600" dirty="0"/>
              <a:t>    delay(830);</a:t>
            </a:r>
          </a:p>
          <a:p>
            <a:r>
              <a:rPr lang="en-US" sz="1600" dirty="0"/>
              <a:t>  }</a:t>
            </a:r>
          </a:p>
          <a:p>
            <a:r>
              <a:rPr lang="en-US" sz="1600" dirty="0"/>
              <a:t>}</a:t>
            </a:r>
          </a:p>
        </p:txBody>
      </p:sp>
    </p:spTree>
    <p:extLst>
      <p:ext uri="{BB962C8B-B14F-4D97-AF65-F5344CB8AC3E}">
        <p14:creationId xmlns:p14="http://schemas.microsoft.com/office/powerpoint/2010/main" val="2167738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D873FB55-49AD-1B0D-288A-C68775AD76A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29092" y="533400"/>
            <a:ext cx="5429250" cy="5838540"/>
          </a:xfrm>
        </p:spPr>
      </p:pic>
      <p:pic>
        <p:nvPicPr>
          <p:cNvPr id="10" name="Content Placeholder 9">
            <a:extLst>
              <a:ext uri="{FF2B5EF4-FFF2-40B4-BE49-F238E27FC236}">
                <a16:creationId xmlns:a16="http://schemas.microsoft.com/office/drawing/2014/main" id="{5DF3CD28-5B78-BA24-05AD-FEC2C973F632}"/>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298974" y="500744"/>
            <a:ext cx="5437187" cy="5870154"/>
          </a:xfrm>
        </p:spPr>
      </p:pic>
    </p:spTree>
    <p:extLst>
      <p:ext uri="{BB962C8B-B14F-4D97-AF65-F5344CB8AC3E}">
        <p14:creationId xmlns:p14="http://schemas.microsoft.com/office/powerpoint/2010/main" val="1169066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7B77E6-E3DA-4CEC-A318-158ED61BBD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312" y="138112"/>
            <a:ext cx="11763375" cy="6581775"/>
          </a:xfrm>
          <a:prstGeom prst="rect">
            <a:avLst/>
          </a:prstGeom>
        </p:spPr>
      </p:pic>
    </p:spTree>
    <p:extLst>
      <p:ext uri="{BB962C8B-B14F-4D97-AF65-F5344CB8AC3E}">
        <p14:creationId xmlns:p14="http://schemas.microsoft.com/office/powerpoint/2010/main" val="3780749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1D2DC5-04A8-B7C8-DAE4-71715B52BB8C}"/>
              </a:ext>
            </a:extLst>
          </p:cNvPr>
          <p:cNvSpPr>
            <a:spLocks noGrp="1"/>
          </p:cNvSpPr>
          <p:nvPr>
            <p:ph type="title"/>
          </p:nvPr>
        </p:nvSpPr>
        <p:spPr>
          <a:xfrm>
            <a:off x="541791" y="278402"/>
            <a:ext cx="11077574" cy="755741"/>
          </a:xfrm>
        </p:spPr>
        <p:txBody>
          <a:bodyPr>
            <a:normAutofit/>
          </a:bodyPr>
          <a:lstStyle/>
          <a:p>
            <a:r>
              <a:rPr lang="en-US" sz="2800" dirty="0"/>
              <a:t>Challenges &amp; Solutions :</a:t>
            </a:r>
          </a:p>
        </p:txBody>
      </p:sp>
      <p:sp>
        <p:nvSpPr>
          <p:cNvPr id="4" name="Text Placeholder 3">
            <a:extLst>
              <a:ext uri="{FF2B5EF4-FFF2-40B4-BE49-F238E27FC236}">
                <a16:creationId xmlns:a16="http://schemas.microsoft.com/office/drawing/2014/main" id="{DC65E194-78DA-C8AE-5750-C947EB78C0D0}"/>
              </a:ext>
            </a:extLst>
          </p:cNvPr>
          <p:cNvSpPr>
            <a:spLocks noGrp="1"/>
          </p:cNvSpPr>
          <p:nvPr>
            <p:ph type="body" idx="1"/>
          </p:nvPr>
        </p:nvSpPr>
        <p:spPr>
          <a:xfrm>
            <a:off x="577157" y="1121231"/>
            <a:ext cx="11074866" cy="5540826"/>
          </a:xfrm>
        </p:spPr>
        <p:txBody>
          <a:bodyPr>
            <a:normAutofit/>
          </a:bodyPr>
          <a:lstStyle/>
          <a:p>
            <a:r>
              <a:rPr lang="en-US" sz="2800" b="1" dirty="0"/>
              <a:t>First Problem:</a:t>
            </a:r>
            <a:endParaRPr lang="en-US" sz="2800" dirty="0"/>
          </a:p>
          <a:p>
            <a:r>
              <a:rPr lang="en-US" dirty="0"/>
              <a:t>The robot sometimes moved too close to obstacles before reacting.</a:t>
            </a:r>
          </a:p>
          <a:p>
            <a:r>
              <a:rPr lang="en-US" sz="2800" b="1" dirty="0"/>
              <a:t>Solution:</a:t>
            </a:r>
            <a:endParaRPr lang="en-US" sz="2800" dirty="0"/>
          </a:p>
          <a:p>
            <a:r>
              <a:rPr lang="en-US" dirty="0"/>
              <a:t>A safe distance threshold of </a:t>
            </a:r>
            <a:r>
              <a:rPr lang="en-US" b="1" dirty="0"/>
              <a:t>25 cm</a:t>
            </a:r>
            <a:r>
              <a:rPr lang="en-US" dirty="0"/>
              <a:t> was defined.</a:t>
            </a:r>
          </a:p>
          <a:p>
            <a:r>
              <a:rPr lang="en-US" dirty="0"/>
              <a:t>The robot stops immediately before changing direction.</a:t>
            </a:r>
          </a:p>
          <a:p>
            <a:r>
              <a:rPr lang="en-US" sz="2800" b="1" dirty="0"/>
              <a:t>Second Problem:</a:t>
            </a:r>
          </a:p>
          <a:p>
            <a:r>
              <a:rPr lang="en-US" dirty="0"/>
              <a:t>Motors did not move in the correct direction initially.</a:t>
            </a:r>
          </a:p>
          <a:p>
            <a:r>
              <a:rPr lang="en-US" sz="2800" b="1" dirty="0"/>
              <a:t>Solution:</a:t>
            </a:r>
          </a:p>
          <a:p>
            <a:r>
              <a:rPr lang="en-US" dirty="0"/>
              <a:t>Motor driver pin connections ware checked.</a:t>
            </a:r>
          </a:p>
          <a:p>
            <a:r>
              <a:rPr lang="en-US" dirty="0"/>
              <a:t>Correct HIGH/LOW logic was applied to IN1-IN4 pins.</a:t>
            </a:r>
          </a:p>
          <a:p>
            <a:endParaRPr lang="en-US" dirty="0"/>
          </a:p>
        </p:txBody>
      </p:sp>
    </p:spTree>
    <p:extLst>
      <p:ext uri="{BB962C8B-B14F-4D97-AF65-F5344CB8AC3E}">
        <p14:creationId xmlns:p14="http://schemas.microsoft.com/office/powerpoint/2010/main" val="3874945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5CE35-6999-1B30-05D7-1FEE8912CD7C}"/>
              </a:ext>
            </a:extLst>
          </p:cNvPr>
          <p:cNvSpPr>
            <a:spLocks noGrp="1"/>
          </p:cNvSpPr>
          <p:nvPr>
            <p:ph type="title"/>
          </p:nvPr>
        </p:nvSpPr>
        <p:spPr>
          <a:xfrm>
            <a:off x="550863" y="549275"/>
            <a:ext cx="5458051" cy="724354"/>
          </a:xfrm>
        </p:spPr>
        <p:txBody>
          <a:bodyPr>
            <a:normAutofit/>
          </a:bodyPr>
          <a:lstStyle/>
          <a:p>
            <a:r>
              <a:rPr lang="en-US" sz="2800" dirty="0"/>
              <a:t>Project Results:</a:t>
            </a:r>
          </a:p>
        </p:txBody>
      </p:sp>
      <p:sp>
        <p:nvSpPr>
          <p:cNvPr id="5" name="TextBox 4">
            <a:extLst>
              <a:ext uri="{FF2B5EF4-FFF2-40B4-BE49-F238E27FC236}">
                <a16:creationId xmlns:a16="http://schemas.microsoft.com/office/drawing/2014/main" id="{2FE3E964-E6E0-8B96-8E0E-6D62961130E7}"/>
              </a:ext>
            </a:extLst>
          </p:cNvPr>
          <p:cNvSpPr txBox="1"/>
          <p:nvPr/>
        </p:nvSpPr>
        <p:spPr>
          <a:xfrm>
            <a:off x="6259287" y="522514"/>
            <a:ext cx="5366656" cy="523220"/>
          </a:xfrm>
          <a:prstGeom prst="rect">
            <a:avLst/>
          </a:prstGeom>
          <a:noFill/>
        </p:spPr>
        <p:txBody>
          <a:bodyPr wrap="square" rtlCol="0">
            <a:spAutoFit/>
          </a:bodyPr>
          <a:lstStyle/>
          <a:p>
            <a:r>
              <a:rPr lang="en-US" sz="2800" dirty="0"/>
              <a:t>Conclusion:</a:t>
            </a:r>
          </a:p>
        </p:txBody>
      </p:sp>
      <p:sp>
        <p:nvSpPr>
          <p:cNvPr id="6" name="TextBox 5">
            <a:extLst>
              <a:ext uri="{FF2B5EF4-FFF2-40B4-BE49-F238E27FC236}">
                <a16:creationId xmlns:a16="http://schemas.microsoft.com/office/drawing/2014/main" id="{27EF9FF6-67E6-ED55-2914-9833EB790C2A}"/>
              </a:ext>
            </a:extLst>
          </p:cNvPr>
          <p:cNvSpPr txBox="1"/>
          <p:nvPr/>
        </p:nvSpPr>
        <p:spPr>
          <a:xfrm>
            <a:off x="359229" y="1393371"/>
            <a:ext cx="5290457" cy="3785652"/>
          </a:xfrm>
          <a:prstGeom prst="rect">
            <a:avLst/>
          </a:prstGeom>
          <a:noFill/>
        </p:spPr>
        <p:txBody>
          <a:bodyPr wrap="square" rtlCol="0">
            <a:spAutoFit/>
          </a:bodyPr>
          <a:lstStyle/>
          <a:p>
            <a:pPr marL="342900" indent="-342900">
              <a:buFont typeface="Wingdings" panose="05000000000000000000" pitchFamily="2" charset="2"/>
              <a:buChar char="v"/>
            </a:pPr>
            <a:r>
              <a:rPr lang="en-US" sz="2400" dirty="0"/>
              <a:t>The obstacle-avoiding robot successfully detects nearby objects using the ultrasonic sensor. </a:t>
            </a:r>
          </a:p>
          <a:p>
            <a:pPr marL="342900" indent="-342900">
              <a:buFont typeface="Wingdings" panose="05000000000000000000" pitchFamily="2" charset="2"/>
              <a:buChar char="v"/>
            </a:pPr>
            <a:r>
              <a:rPr lang="en-US" sz="2400" dirty="0"/>
              <a:t>The robot moves forward autonomously when no obstacle is detected. When an object is detected within a distance of 25 cm, the robot responds effectively by stopping immediately, moving backward, and then turning right to avoid collision.</a:t>
            </a:r>
          </a:p>
        </p:txBody>
      </p:sp>
      <p:sp>
        <p:nvSpPr>
          <p:cNvPr id="7" name="TextBox 6">
            <a:extLst>
              <a:ext uri="{FF2B5EF4-FFF2-40B4-BE49-F238E27FC236}">
                <a16:creationId xmlns:a16="http://schemas.microsoft.com/office/drawing/2014/main" id="{0A2382B0-2105-38CB-EDCF-46B807C1B589}"/>
              </a:ext>
            </a:extLst>
          </p:cNvPr>
          <p:cNvSpPr txBox="1"/>
          <p:nvPr/>
        </p:nvSpPr>
        <p:spPr>
          <a:xfrm>
            <a:off x="5704114" y="1338942"/>
            <a:ext cx="5671457" cy="3046988"/>
          </a:xfrm>
          <a:prstGeom prst="rect">
            <a:avLst/>
          </a:prstGeom>
          <a:noFill/>
        </p:spPr>
        <p:txBody>
          <a:bodyPr wrap="square" rtlCol="0">
            <a:spAutoFit/>
          </a:bodyPr>
          <a:lstStyle/>
          <a:p>
            <a:pPr marL="342900" indent="-342900">
              <a:buFont typeface="Wingdings" panose="05000000000000000000" pitchFamily="2" charset="2"/>
              <a:buChar char="v"/>
            </a:pPr>
            <a:r>
              <a:rPr lang="en-US" sz="2400" dirty="0"/>
              <a:t>The system operates in real time without human intervention and demonstrates smooth, reliable, and safe obstacle avoidance behavior. Overall, the project confirms that simple sensors and control logic can be effectively used to build an autonomous robot capable of navigating its environment safely.</a:t>
            </a:r>
          </a:p>
        </p:txBody>
      </p:sp>
    </p:spTree>
    <p:extLst>
      <p:ext uri="{BB962C8B-B14F-4D97-AF65-F5344CB8AC3E}">
        <p14:creationId xmlns:p14="http://schemas.microsoft.com/office/powerpoint/2010/main" val="1114418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noFill/>
        </p:spPr>
        <p:txBody>
          <a:bodyPr anchor="b">
            <a:normAutofit/>
          </a:bodyPr>
          <a:lstStyle/>
          <a:p>
            <a:r>
              <a:rPr lang="en-US" sz="3200" dirty="0"/>
              <a:t>Thank you</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xfrm>
            <a:off x="277395" y="3624933"/>
            <a:ext cx="5179330" cy="2706160"/>
          </a:xfrm>
          <a:noFill/>
        </p:spPr>
        <p:txBody>
          <a:bodyPr>
            <a:normAutofit/>
          </a:bodyPr>
          <a:lstStyle/>
          <a:p>
            <a:r>
              <a:rPr lang="en-US" sz="2000" dirty="0"/>
              <a:t>Roba Hassan </a:t>
            </a:r>
            <a:r>
              <a:rPr lang="en-US" sz="2000" dirty="0">
                <a:hlinkClick r:id="rId2"/>
              </a:rPr>
              <a:t>Rubaahassan@hotmail.com</a:t>
            </a:r>
            <a:endParaRPr lang="en-US" sz="2000" dirty="0"/>
          </a:p>
          <a:p>
            <a:r>
              <a:rPr lang="en-US" sz="2000" dirty="0"/>
              <a:t>Fares </a:t>
            </a:r>
            <a:r>
              <a:rPr lang="en-US" sz="2000" dirty="0" err="1"/>
              <a:t>Almashharawi</a:t>
            </a:r>
            <a:r>
              <a:rPr lang="en-US" sz="2000" dirty="0"/>
              <a:t> fares.fa777@gmail.com</a:t>
            </a:r>
          </a:p>
        </p:txBody>
      </p:sp>
      <p:pic>
        <p:nvPicPr>
          <p:cNvPr id="25" name="Picture Placeholder 24">
            <a:extLst>
              <a:ext uri="{FF2B5EF4-FFF2-40B4-BE49-F238E27FC236}">
                <a16:creationId xmlns:a16="http://schemas.microsoft.com/office/drawing/2014/main" id="{41A1C574-72C6-642F-E4D2-FF0C993AEF7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1954" r="11954"/>
          <a:stretch/>
        </p:blipFill>
        <p:spPr>
          <a:xfrm>
            <a:off x="5747658" y="549275"/>
            <a:ext cx="5833156" cy="5788025"/>
          </a:xfrm>
        </p:spPr>
      </p:pic>
    </p:spTree>
    <p:extLst>
      <p:ext uri="{BB962C8B-B14F-4D97-AF65-F5344CB8AC3E}">
        <p14:creationId xmlns:p14="http://schemas.microsoft.com/office/powerpoint/2010/main" val="2547630249"/>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7783A8-901D-4F73-81D7-AA6841BEB3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F342EE1-43E5-4AFB-895D-B61B9656DC14}">
  <ds:schemaRefs>
    <ds:schemaRef ds:uri="http://schemas.microsoft.com/office/2006/documentManagement/types"/>
    <ds:schemaRef ds:uri="http://schemas.microsoft.com/sharepoint/v3"/>
    <ds:schemaRef ds:uri="http://purl.org/dc/dcmitype/"/>
    <ds:schemaRef ds:uri="http://purl.org/dc/elements/1.1/"/>
    <ds:schemaRef ds:uri="http://purl.org/dc/terms/"/>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230e9df3-be65-4c73-a93b-d1236ebd677e"/>
    <ds:schemaRef ds:uri="16c05727-aa75-4e4a-9b5f-8a80a1165891"/>
    <ds:schemaRef ds:uri="71af3243-3dd4-4a8d-8c0d-dd76da1f02a5"/>
  </ds:schemaRefs>
</ds:datastoreItem>
</file>

<file path=customXml/itemProps3.xml><?xml version="1.0" encoding="utf-8"?>
<ds:datastoreItem xmlns:ds="http://schemas.openxmlformats.org/officeDocument/2006/customXml" ds:itemID="{2F49CD38-5B57-4682-9FCE-B9174068D0A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{D2C8A0B9-C6D9-438D-B048-214E2563423C}TF7eddf224-c89c-478f-8f2f-bfb086892169e70e2347_win32-b3bdf7c6e0ee</Template>
  <TotalTime>3041</TotalTime>
  <Words>956</Words>
  <Application>Microsoft Office PowerPoint</Application>
  <PresentationFormat>Widescreen</PresentationFormat>
  <Paragraphs>167</Paragraphs>
  <Slides>13</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Gill Sans MT</vt:lpstr>
      <vt:lpstr>Walbaum Display</vt:lpstr>
      <vt:lpstr>Wingdings</vt:lpstr>
      <vt:lpstr>3DFloatVTI</vt:lpstr>
      <vt:lpstr>Obstacle Avoiding Robot Using Arduino course name:   CMBE455 Embedded Systems Instructor:   Asst. Prof. Dr. Parvaneh ESMAILI Team Members:  Roba hassan-22213944  Lina Ahmed-22210907  Omar Alawi-22208538  Fares Almashharawi-22215416  Qusai Almashharawi-22205407</vt:lpstr>
      <vt:lpstr>.</vt:lpstr>
      <vt:lpstr>System Overview : </vt:lpstr>
      <vt:lpstr>Hardware Components :</vt:lpstr>
      <vt:lpstr>PowerPoint Presentation</vt:lpstr>
      <vt:lpstr>PowerPoint Presentation</vt:lpstr>
      <vt:lpstr>PowerPoint Presentation</vt:lpstr>
      <vt:lpstr>PowerPoint Presentation</vt:lpstr>
      <vt:lpstr>PowerPoint Presentation</vt:lpstr>
      <vt:lpstr>PowerPoint Presentation</vt:lpstr>
      <vt:lpstr>Challenges &amp; Solutions :</vt:lpstr>
      <vt:lpstr>Project Results: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Ruba hassan</dc:creator>
  <cp:lastModifiedBy>Ruba hassan</cp:lastModifiedBy>
  <cp:revision>3</cp:revision>
  <dcterms:created xsi:type="dcterms:W3CDTF">2025-12-23T16:38:34Z</dcterms:created>
  <dcterms:modified xsi:type="dcterms:W3CDTF">2025-12-25T19:20:18Z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